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2"/>
  </p:normalViewPr>
  <p:slideViewPr>
    <p:cSldViewPr snapToGrid="0" snapToObjects="1">
      <p:cViewPr varScale="1">
        <p:scale>
          <a:sx n="111" d="100"/>
          <a:sy n="111" d="100"/>
        </p:scale>
        <p:origin x="17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5046D6-BACA-429B-B708-B9B75DE9F62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4EAA624-582B-4F88-ACBB-FD1177CCAA2D}">
      <dgm:prSet/>
      <dgm:spPr/>
      <dgm:t>
        <a:bodyPr/>
        <a:lstStyle/>
        <a:p>
          <a:r>
            <a:rPr lang="en-US"/>
            <a:t>- Analyze Uber trip data</a:t>
          </a:r>
        </a:p>
      </dgm:t>
    </dgm:pt>
    <dgm:pt modelId="{1BAC61A3-AA92-4F65-AE52-B5CD0D119890}" type="parTrans" cxnId="{D1E4DE15-A496-4B10-8F2D-AAEFF98391EF}">
      <dgm:prSet/>
      <dgm:spPr/>
      <dgm:t>
        <a:bodyPr/>
        <a:lstStyle/>
        <a:p>
          <a:endParaRPr lang="en-US"/>
        </a:p>
      </dgm:t>
    </dgm:pt>
    <dgm:pt modelId="{A9787B23-530F-4B29-BAA2-219B42B894D7}" type="sibTrans" cxnId="{D1E4DE15-A496-4B10-8F2D-AAEFF98391EF}">
      <dgm:prSet/>
      <dgm:spPr/>
      <dgm:t>
        <a:bodyPr/>
        <a:lstStyle/>
        <a:p>
          <a:endParaRPr lang="en-US"/>
        </a:p>
      </dgm:t>
    </dgm:pt>
    <dgm:pt modelId="{E2D3D6EE-62C3-4469-AE95-A02ED94213A6}">
      <dgm:prSet/>
      <dgm:spPr/>
      <dgm:t>
        <a:bodyPr/>
        <a:lstStyle/>
        <a:p>
          <a:r>
            <a:rPr lang="en-US"/>
            <a:t>- Understand patterns &amp; demand</a:t>
          </a:r>
        </a:p>
      </dgm:t>
    </dgm:pt>
    <dgm:pt modelId="{969A9650-630A-468B-BD0F-318A1E62F63A}" type="parTrans" cxnId="{0193D89B-BE95-4046-B0DB-241CEE49372E}">
      <dgm:prSet/>
      <dgm:spPr/>
      <dgm:t>
        <a:bodyPr/>
        <a:lstStyle/>
        <a:p>
          <a:endParaRPr lang="en-US"/>
        </a:p>
      </dgm:t>
    </dgm:pt>
    <dgm:pt modelId="{DD2263C2-BDA0-4FA1-8E88-1E61E32A6510}" type="sibTrans" cxnId="{0193D89B-BE95-4046-B0DB-241CEE49372E}">
      <dgm:prSet/>
      <dgm:spPr/>
      <dgm:t>
        <a:bodyPr/>
        <a:lstStyle/>
        <a:p>
          <a:endParaRPr lang="en-US"/>
        </a:p>
      </dgm:t>
    </dgm:pt>
    <dgm:pt modelId="{F718865D-546F-476B-A748-2A001B485037}">
      <dgm:prSet/>
      <dgm:spPr/>
      <dgm:t>
        <a:bodyPr/>
        <a:lstStyle/>
        <a:p>
          <a:r>
            <a:rPr lang="en-US"/>
            <a:t>- Build ML model for hourly trip prediction</a:t>
          </a:r>
        </a:p>
      </dgm:t>
    </dgm:pt>
    <dgm:pt modelId="{7AF5B46E-988D-4A5C-ADE0-40916009CF79}" type="parTrans" cxnId="{034D19D4-0231-4801-8371-DE9E8DA967FB}">
      <dgm:prSet/>
      <dgm:spPr/>
      <dgm:t>
        <a:bodyPr/>
        <a:lstStyle/>
        <a:p>
          <a:endParaRPr lang="en-US"/>
        </a:p>
      </dgm:t>
    </dgm:pt>
    <dgm:pt modelId="{52225222-4FB0-47B5-B229-6188D48F979A}" type="sibTrans" cxnId="{034D19D4-0231-4801-8371-DE9E8DA967FB}">
      <dgm:prSet/>
      <dgm:spPr/>
      <dgm:t>
        <a:bodyPr/>
        <a:lstStyle/>
        <a:p>
          <a:endParaRPr lang="en-US"/>
        </a:p>
      </dgm:t>
    </dgm:pt>
    <dgm:pt modelId="{63EF50E4-15D8-4DE8-9E9E-2A6C8819A85A}">
      <dgm:prSet/>
      <dgm:spPr/>
      <dgm:t>
        <a:bodyPr/>
        <a:lstStyle/>
        <a:p>
          <a:r>
            <a:rPr lang="en-US"/>
            <a:t>- Dataset: Uber FOIL Jan–Feb</a:t>
          </a:r>
        </a:p>
      </dgm:t>
    </dgm:pt>
    <dgm:pt modelId="{40C3DBB9-8234-4A25-B5AB-61D9A8ABCBA0}" type="parTrans" cxnId="{16D1382E-F71E-474B-9353-D133288521CD}">
      <dgm:prSet/>
      <dgm:spPr/>
      <dgm:t>
        <a:bodyPr/>
        <a:lstStyle/>
        <a:p>
          <a:endParaRPr lang="en-US"/>
        </a:p>
      </dgm:t>
    </dgm:pt>
    <dgm:pt modelId="{AA541948-3563-41E3-B20D-B4B44383ABDB}" type="sibTrans" cxnId="{16D1382E-F71E-474B-9353-D133288521CD}">
      <dgm:prSet/>
      <dgm:spPr/>
      <dgm:t>
        <a:bodyPr/>
        <a:lstStyle/>
        <a:p>
          <a:endParaRPr lang="en-US"/>
        </a:p>
      </dgm:t>
    </dgm:pt>
    <dgm:pt modelId="{09200EA0-45FF-4907-AEE5-5ACD3A89D175}" type="pres">
      <dgm:prSet presAssocID="{235046D6-BACA-429B-B708-B9B75DE9F628}" presName="root" presStyleCnt="0">
        <dgm:presLayoutVars>
          <dgm:dir/>
          <dgm:resizeHandles val="exact"/>
        </dgm:presLayoutVars>
      </dgm:prSet>
      <dgm:spPr/>
    </dgm:pt>
    <dgm:pt modelId="{E82D2098-3887-4BF1-9E77-7846FBE58E68}" type="pres">
      <dgm:prSet presAssocID="{44EAA624-582B-4F88-ACBB-FD1177CCAA2D}" presName="compNode" presStyleCnt="0"/>
      <dgm:spPr/>
    </dgm:pt>
    <dgm:pt modelId="{65230C03-73C7-4E31-93C7-0436E45A1DE4}" type="pres">
      <dgm:prSet presAssocID="{44EAA624-582B-4F88-ACBB-FD1177CCAA2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167D3499-A2D8-4803-BB56-4A2A26188C06}" type="pres">
      <dgm:prSet presAssocID="{44EAA624-582B-4F88-ACBB-FD1177CCAA2D}" presName="spaceRect" presStyleCnt="0"/>
      <dgm:spPr/>
    </dgm:pt>
    <dgm:pt modelId="{D7107102-B844-44BB-9882-97A58B1C8A88}" type="pres">
      <dgm:prSet presAssocID="{44EAA624-582B-4F88-ACBB-FD1177CCAA2D}" presName="textRect" presStyleLbl="revTx" presStyleIdx="0" presStyleCnt="4">
        <dgm:presLayoutVars>
          <dgm:chMax val="1"/>
          <dgm:chPref val="1"/>
        </dgm:presLayoutVars>
      </dgm:prSet>
      <dgm:spPr/>
    </dgm:pt>
    <dgm:pt modelId="{1C5E3D90-AFFA-4E48-8BBF-E9AC8F3D16CB}" type="pres">
      <dgm:prSet presAssocID="{A9787B23-530F-4B29-BAA2-219B42B894D7}" presName="sibTrans" presStyleCnt="0"/>
      <dgm:spPr/>
    </dgm:pt>
    <dgm:pt modelId="{9ED5E943-66A8-4043-BE64-0F6CAD93F554}" type="pres">
      <dgm:prSet presAssocID="{E2D3D6EE-62C3-4469-AE95-A02ED94213A6}" presName="compNode" presStyleCnt="0"/>
      <dgm:spPr/>
    </dgm:pt>
    <dgm:pt modelId="{9436DCA8-7D4F-4442-8671-EF40E962180D}" type="pres">
      <dgm:prSet presAssocID="{E2D3D6EE-62C3-4469-AE95-A02ED94213A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88029C6-5722-4E75-911C-917031DE8E2F}" type="pres">
      <dgm:prSet presAssocID="{E2D3D6EE-62C3-4469-AE95-A02ED94213A6}" presName="spaceRect" presStyleCnt="0"/>
      <dgm:spPr/>
    </dgm:pt>
    <dgm:pt modelId="{D65CB4C2-1492-43F6-B424-248CBBE64C23}" type="pres">
      <dgm:prSet presAssocID="{E2D3D6EE-62C3-4469-AE95-A02ED94213A6}" presName="textRect" presStyleLbl="revTx" presStyleIdx="1" presStyleCnt="4">
        <dgm:presLayoutVars>
          <dgm:chMax val="1"/>
          <dgm:chPref val="1"/>
        </dgm:presLayoutVars>
      </dgm:prSet>
      <dgm:spPr/>
    </dgm:pt>
    <dgm:pt modelId="{B5FF6E04-9394-4863-A098-B42CBE41C2F3}" type="pres">
      <dgm:prSet presAssocID="{DD2263C2-BDA0-4FA1-8E88-1E61E32A6510}" presName="sibTrans" presStyleCnt="0"/>
      <dgm:spPr/>
    </dgm:pt>
    <dgm:pt modelId="{84800EF4-C16A-4271-A7AD-E816EFB2F42E}" type="pres">
      <dgm:prSet presAssocID="{F718865D-546F-476B-A748-2A001B485037}" presName="compNode" presStyleCnt="0"/>
      <dgm:spPr/>
    </dgm:pt>
    <dgm:pt modelId="{8B55941D-8BE5-44BD-A385-A1C5AB390D50}" type="pres">
      <dgm:prSet presAssocID="{F718865D-546F-476B-A748-2A001B48503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CF4D87E-68B3-4454-A1EC-857FDAF606F1}" type="pres">
      <dgm:prSet presAssocID="{F718865D-546F-476B-A748-2A001B485037}" presName="spaceRect" presStyleCnt="0"/>
      <dgm:spPr/>
    </dgm:pt>
    <dgm:pt modelId="{05CCCB35-147C-4970-9E44-9359B225412C}" type="pres">
      <dgm:prSet presAssocID="{F718865D-546F-476B-A748-2A001B485037}" presName="textRect" presStyleLbl="revTx" presStyleIdx="2" presStyleCnt="4">
        <dgm:presLayoutVars>
          <dgm:chMax val="1"/>
          <dgm:chPref val="1"/>
        </dgm:presLayoutVars>
      </dgm:prSet>
      <dgm:spPr/>
    </dgm:pt>
    <dgm:pt modelId="{454AE860-7E3C-4C00-8A4C-1D248645D340}" type="pres">
      <dgm:prSet presAssocID="{52225222-4FB0-47B5-B229-6188D48F979A}" presName="sibTrans" presStyleCnt="0"/>
      <dgm:spPr/>
    </dgm:pt>
    <dgm:pt modelId="{966B5C82-55E5-496A-9CEE-592DC77152C5}" type="pres">
      <dgm:prSet presAssocID="{63EF50E4-15D8-4DE8-9E9E-2A6C8819A85A}" presName="compNode" presStyleCnt="0"/>
      <dgm:spPr/>
    </dgm:pt>
    <dgm:pt modelId="{241F7808-F154-4F37-9A01-E642779E5C9D}" type="pres">
      <dgm:prSet presAssocID="{63EF50E4-15D8-4DE8-9E9E-2A6C8819A85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077E8E99-9A65-4057-98D6-7648E354C080}" type="pres">
      <dgm:prSet presAssocID="{63EF50E4-15D8-4DE8-9E9E-2A6C8819A85A}" presName="spaceRect" presStyleCnt="0"/>
      <dgm:spPr/>
    </dgm:pt>
    <dgm:pt modelId="{EE4C4077-5C4E-44C9-91DC-57A81ABF884B}" type="pres">
      <dgm:prSet presAssocID="{63EF50E4-15D8-4DE8-9E9E-2A6C8819A85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5D81B02-F235-44D9-8809-D4F7B1F23247}" type="presOf" srcId="{E2D3D6EE-62C3-4469-AE95-A02ED94213A6}" destId="{D65CB4C2-1492-43F6-B424-248CBBE64C23}" srcOrd="0" destOrd="0" presId="urn:microsoft.com/office/officeart/2018/2/layout/IconLabelList"/>
    <dgm:cxn modelId="{06337B0B-0962-4804-945D-8D49943875C8}" type="presOf" srcId="{44EAA624-582B-4F88-ACBB-FD1177CCAA2D}" destId="{D7107102-B844-44BB-9882-97A58B1C8A88}" srcOrd="0" destOrd="0" presId="urn:microsoft.com/office/officeart/2018/2/layout/IconLabelList"/>
    <dgm:cxn modelId="{D1E4DE15-A496-4B10-8F2D-AAEFF98391EF}" srcId="{235046D6-BACA-429B-B708-B9B75DE9F628}" destId="{44EAA624-582B-4F88-ACBB-FD1177CCAA2D}" srcOrd="0" destOrd="0" parTransId="{1BAC61A3-AA92-4F65-AE52-B5CD0D119890}" sibTransId="{A9787B23-530F-4B29-BAA2-219B42B894D7}"/>
    <dgm:cxn modelId="{16D1382E-F71E-474B-9353-D133288521CD}" srcId="{235046D6-BACA-429B-B708-B9B75DE9F628}" destId="{63EF50E4-15D8-4DE8-9E9E-2A6C8819A85A}" srcOrd="3" destOrd="0" parTransId="{40C3DBB9-8234-4A25-B5AB-61D9A8ABCBA0}" sibTransId="{AA541948-3563-41E3-B20D-B4B44383ABDB}"/>
    <dgm:cxn modelId="{EED56734-A697-4DD4-A0BB-7E8537EF6F4F}" type="presOf" srcId="{F718865D-546F-476B-A748-2A001B485037}" destId="{05CCCB35-147C-4970-9E44-9359B225412C}" srcOrd="0" destOrd="0" presId="urn:microsoft.com/office/officeart/2018/2/layout/IconLabelList"/>
    <dgm:cxn modelId="{FDB0EB46-69A1-4EBC-B383-5D5B48A19710}" type="presOf" srcId="{63EF50E4-15D8-4DE8-9E9E-2A6C8819A85A}" destId="{EE4C4077-5C4E-44C9-91DC-57A81ABF884B}" srcOrd="0" destOrd="0" presId="urn:microsoft.com/office/officeart/2018/2/layout/IconLabelList"/>
    <dgm:cxn modelId="{0193D89B-BE95-4046-B0DB-241CEE49372E}" srcId="{235046D6-BACA-429B-B708-B9B75DE9F628}" destId="{E2D3D6EE-62C3-4469-AE95-A02ED94213A6}" srcOrd="1" destOrd="0" parTransId="{969A9650-630A-468B-BD0F-318A1E62F63A}" sibTransId="{DD2263C2-BDA0-4FA1-8E88-1E61E32A6510}"/>
    <dgm:cxn modelId="{E598C5C2-647E-415B-86F7-AB1A096EF2A2}" type="presOf" srcId="{235046D6-BACA-429B-B708-B9B75DE9F628}" destId="{09200EA0-45FF-4907-AEE5-5ACD3A89D175}" srcOrd="0" destOrd="0" presId="urn:microsoft.com/office/officeart/2018/2/layout/IconLabelList"/>
    <dgm:cxn modelId="{034D19D4-0231-4801-8371-DE9E8DA967FB}" srcId="{235046D6-BACA-429B-B708-B9B75DE9F628}" destId="{F718865D-546F-476B-A748-2A001B485037}" srcOrd="2" destOrd="0" parTransId="{7AF5B46E-988D-4A5C-ADE0-40916009CF79}" sibTransId="{52225222-4FB0-47B5-B229-6188D48F979A}"/>
    <dgm:cxn modelId="{0A234B6B-9C46-4C79-B4A4-D8DB6BBB9605}" type="presParOf" srcId="{09200EA0-45FF-4907-AEE5-5ACD3A89D175}" destId="{E82D2098-3887-4BF1-9E77-7846FBE58E68}" srcOrd="0" destOrd="0" presId="urn:microsoft.com/office/officeart/2018/2/layout/IconLabelList"/>
    <dgm:cxn modelId="{49F78A4A-CB8A-4034-B10D-D748BAE45644}" type="presParOf" srcId="{E82D2098-3887-4BF1-9E77-7846FBE58E68}" destId="{65230C03-73C7-4E31-93C7-0436E45A1DE4}" srcOrd="0" destOrd="0" presId="urn:microsoft.com/office/officeart/2018/2/layout/IconLabelList"/>
    <dgm:cxn modelId="{738FDD01-A1DB-4498-B792-720F9E358660}" type="presParOf" srcId="{E82D2098-3887-4BF1-9E77-7846FBE58E68}" destId="{167D3499-A2D8-4803-BB56-4A2A26188C06}" srcOrd="1" destOrd="0" presId="urn:microsoft.com/office/officeart/2018/2/layout/IconLabelList"/>
    <dgm:cxn modelId="{40539428-50E7-43AA-848E-0C500FBFF04E}" type="presParOf" srcId="{E82D2098-3887-4BF1-9E77-7846FBE58E68}" destId="{D7107102-B844-44BB-9882-97A58B1C8A88}" srcOrd="2" destOrd="0" presId="urn:microsoft.com/office/officeart/2018/2/layout/IconLabelList"/>
    <dgm:cxn modelId="{CEDFCC74-E1B3-4035-ABDD-F987697124B7}" type="presParOf" srcId="{09200EA0-45FF-4907-AEE5-5ACD3A89D175}" destId="{1C5E3D90-AFFA-4E48-8BBF-E9AC8F3D16CB}" srcOrd="1" destOrd="0" presId="urn:microsoft.com/office/officeart/2018/2/layout/IconLabelList"/>
    <dgm:cxn modelId="{18155F72-4B74-4EF3-912E-5CC7FFA32F9E}" type="presParOf" srcId="{09200EA0-45FF-4907-AEE5-5ACD3A89D175}" destId="{9ED5E943-66A8-4043-BE64-0F6CAD93F554}" srcOrd="2" destOrd="0" presId="urn:microsoft.com/office/officeart/2018/2/layout/IconLabelList"/>
    <dgm:cxn modelId="{F537A92C-0CCC-4EF6-B6D7-BCDACE14F1F9}" type="presParOf" srcId="{9ED5E943-66A8-4043-BE64-0F6CAD93F554}" destId="{9436DCA8-7D4F-4442-8671-EF40E962180D}" srcOrd="0" destOrd="0" presId="urn:microsoft.com/office/officeart/2018/2/layout/IconLabelList"/>
    <dgm:cxn modelId="{8C5D3974-EB17-4A8B-9713-37847A2978C4}" type="presParOf" srcId="{9ED5E943-66A8-4043-BE64-0F6CAD93F554}" destId="{488029C6-5722-4E75-911C-917031DE8E2F}" srcOrd="1" destOrd="0" presId="urn:microsoft.com/office/officeart/2018/2/layout/IconLabelList"/>
    <dgm:cxn modelId="{59C8B5CC-96D3-483C-A830-2EF396FCCA9D}" type="presParOf" srcId="{9ED5E943-66A8-4043-BE64-0F6CAD93F554}" destId="{D65CB4C2-1492-43F6-B424-248CBBE64C23}" srcOrd="2" destOrd="0" presId="urn:microsoft.com/office/officeart/2018/2/layout/IconLabelList"/>
    <dgm:cxn modelId="{B8B5C462-0CFF-4E3B-8E2C-DA6590811999}" type="presParOf" srcId="{09200EA0-45FF-4907-AEE5-5ACD3A89D175}" destId="{B5FF6E04-9394-4863-A098-B42CBE41C2F3}" srcOrd="3" destOrd="0" presId="urn:microsoft.com/office/officeart/2018/2/layout/IconLabelList"/>
    <dgm:cxn modelId="{0182D4F9-AE73-4634-AC1E-342C9D5C243E}" type="presParOf" srcId="{09200EA0-45FF-4907-AEE5-5ACD3A89D175}" destId="{84800EF4-C16A-4271-A7AD-E816EFB2F42E}" srcOrd="4" destOrd="0" presId="urn:microsoft.com/office/officeart/2018/2/layout/IconLabelList"/>
    <dgm:cxn modelId="{C509D935-1A45-4FBA-8494-491A5D9D9610}" type="presParOf" srcId="{84800EF4-C16A-4271-A7AD-E816EFB2F42E}" destId="{8B55941D-8BE5-44BD-A385-A1C5AB390D50}" srcOrd="0" destOrd="0" presId="urn:microsoft.com/office/officeart/2018/2/layout/IconLabelList"/>
    <dgm:cxn modelId="{66CFDF00-28AD-4B09-B155-4026915F1BDA}" type="presParOf" srcId="{84800EF4-C16A-4271-A7AD-E816EFB2F42E}" destId="{3CF4D87E-68B3-4454-A1EC-857FDAF606F1}" srcOrd="1" destOrd="0" presId="urn:microsoft.com/office/officeart/2018/2/layout/IconLabelList"/>
    <dgm:cxn modelId="{536F3154-AB61-46B6-AA9C-869E2CB22AD4}" type="presParOf" srcId="{84800EF4-C16A-4271-A7AD-E816EFB2F42E}" destId="{05CCCB35-147C-4970-9E44-9359B225412C}" srcOrd="2" destOrd="0" presId="urn:microsoft.com/office/officeart/2018/2/layout/IconLabelList"/>
    <dgm:cxn modelId="{3E80FF30-D1F3-44E4-81B4-D150F88E8904}" type="presParOf" srcId="{09200EA0-45FF-4907-AEE5-5ACD3A89D175}" destId="{454AE860-7E3C-4C00-8A4C-1D248645D340}" srcOrd="5" destOrd="0" presId="urn:microsoft.com/office/officeart/2018/2/layout/IconLabelList"/>
    <dgm:cxn modelId="{C4FD6962-C2EC-4BC5-BCE7-AEB9ECB1C472}" type="presParOf" srcId="{09200EA0-45FF-4907-AEE5-5ACD3A89D175}" destId="{966B5C82-55E5-496A-9CEE-592DC77152C5}" srcOrd="6" destOrd="0" presId="urn:microsoft.com/office/officeart/2018/2/layout/IconLabelList"/>
    <dgm:cxn modelId="{4176FB02-74F6-401C-AADC-8EBA89F74B84}" type="presParOf" srcId="{966B5C82-55E5-496A-9CEE-592DC77152C5}" destId="{241F7808-F154-4F37-9A01-E642779E5C9D}" srcOrd="0" destOrd="0" presId="urn:microsoft.com/office/officeart/2018/2/layout/IconLabelList"/>
    <dgm:cxn modelId="{E56B359B-FF28-4087-A1A6-7574F8E040A9}" type="presParOf" srcId="{966B5C82-55E5-496A-9CEE-592DC77152C5}" destId="{077E8E99-9A65-4057-98D6-7648E354C080}" srcOrd="1" destOrd="0" presId="urn:microsoft.com/office/officeart/2018/2/layout/IconLabelList"/>
    <dgm:cxn modelId="{011F9BEB-BD49-4880-96E9-5719C5B2C859}" type="presParOf" srcId="{966B5C82-55E5-496A-9CEE-592DC77152C5}" destId="{EE4C4077-5C4E-44C9-91DC-57A81ABF884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20B2B4-706D-435E-A97E-4A3BD56D46D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F02978B2-BC18-40F3-AA25-A39D895A8AAA}">
      <dgm:prSet/>
      <dgm:spPr/>
      <dgm:t>
        <a:bodyPr/>
        <a:lstStyle/>
        <a:p>
          <a:r>
            <a:rPr lang="en-US"/>
            <a:t>- Read CSV from /content/Uber-Jan-Feb-FOIL.csv</a:t>
          </a:r>
        </a:p>
      </dgm:t>
    </dgm:pt>
    <dgm:pt modelId="{4C29635A-F53D-418B-A016-BF1DEA0D1067}" type="parTrans" cxnId="{AD3613E5-897C-4D56-9529-BA2E15ED2FFE}">
      <dgm:prSet/>
      <dgm:spPr/>
      <dgm:t>
        <a:bodyPr/>
        <a:lstStyle/>
        <a:p>
          <a:endParaRPr lang="en-US"/>
        </a:p>
      </dgm:t>
    </dgm:pt>
    <dgm:pt modelId="{D4C812C8-B66F-4D42-B8FD-BE41B628E93E}" type="sibTrans" cxnId="{AD3613E5-897C-4D56-9529-BA2E15ED2FFE}">
      <dgm:prSet/>
      <dgm:spPr/>
      <dgm:t>
        <a:bodyPr/>
        <a:lstStyle/>
        <a:p>
          <a:endParaRPr lang="en-US"/>
        </a:p>
      </dgm:t>
    </dgm:pt>
    <dgm:pt modelId="{3D3C4BBC-998B-41F1-BBBE-A4E3578E69A8}">
      <dgm:prSet/>
      <dgm:spPr/>
      <dgm:t>
        <a:bodyPr/>
        <a:lstStyle/>
        <a:p>
          <a:r>
            <a:rPr lang="en-US"/>
            <a:t>- Detect and parse datetime column</a:t>
          </a:r>
        </a:p>
      </dgm:t>
    </dgm:pt>
    <dgm:pt modelId="{FC718AB6-1110-4F28-9A24-26B53278BEB0}" type="parTrans" cxnId="{F8BE9F13-3708-4B14-9497-6BB259C504AE}">
      <dgm:prSet/>
      <dgm:spPr/>
      <dgm:t>
        <a:bodyPr/>
        <a:lstStyle/>
        <a:p>
          <a:endParaRPr lang="en-US"/>
        </a:p>
      </dgm:t>
    </dgm:pt>
    <dgm:pt modelId="{26412464-CE36-4E9E-8532-B1F8B0228B6B}" type="sibTrans" cxnId="{F8BE9F13-3708-4B14-9497-6BB259C504AE}">
      <dgm:prSet/>
      <dgm:spPr/>
      <dgm:t>
        <a:bodyPr/>
        <a:lstStyle/>
        <a:p>
          <a:endParaRPr lang="en-US"/>
        </a:p>
      </dgm:t>
    </dgm:pt>
    <dgm:pt modelId="{C8F2E027-D002-4D39-A34B-2C309C0A4299}">
      <dgm:prSet/>
      <dgm:spPr/>
      <dgm:t>
        <a:bodyPr/>
        <a:lstStyle/>
        <a:p>
          <a:r>
            <a:rPr lang="en-US"/>
            <a:t>- Drop invalid rows</a:t>
          </a:r>
        </a:p>
      </dgm:t>
    </dgm:pt>
    <dgm:pt modelId="{61695A11-8237-4E79-8A85-0B0E0C40A835}" type="parTrans" cxnId="{836D8DEA-6C7A-43A2-ABBE-B331BB13F27A}">
      <dgm:prSet/>
      <dgm:spPr/>
      <dgm:t>
        <a:bodyPr/>
        <a:lstStyle/>
        <a:p>
          <a:endParaRPr lang="en-US"/>
        </a:p>
      </dgm:t>
    </dgm:pt>
    <dgm:pt modelId="{0DC38F4C-1AB7-4AD6-88FF-CF2ECAF7ADF9}" type="sibTrans" cxnId="{836D8DEA-6C7A-43A2-ABBE-B331BB13F27A}">
      <dgm:prSet/>
      <dgm:spPr/>
      <dgm:t>
        <a:bodyPr/>
        <a:lstStyle/>
        <a:p>
          <a:endParaRPr lang="en-US"/>
        </a:p>
      </dgm:t>
    </dgm:pt>
    <dgm:pt modelId="{695971C1-E237-44A0-BAB6-D24E6EF49757}">
      <dgm:prSet/>
      <dgm:spPr/>
      <dgm:t>
        <a:bodyPr/>
        <a:lstStyle/>
        <a:p>
          <a:r>
            <a:rPr lang="en-US"/>
            <a:t>- Resample into hourly counts</a:t>
          </a:r>
        </a:p>
      </dgm:t>
    </dgm:pt>
    <dgm:pt modelId="{1909807D-5F6F-410F-91CC-1454E9CBA8DF}" type="parTrans" cxnId="{D2E2B60B-F817-42B2-8D55-E6E641B220FD}">
      <dgm:prSet/>
      <dgm:spPr/>
      <dgm:t>
        <a:bodyPr/>
        <a:lstStyle/>
        <a:p>
          <a:endParaRPr lang="en-US"/>
        </a:p>
      </dgm:t>
    </dgm:pt>
    <dgm:pt modelId="{473778B5-4A82-4E19-ACD5-D0144401CF03}" type="sibTrans" cxnId="{D2E2B60B-F817-42B2-8D55-E6E641B220FD}">
      <dgm:prSet/>
      <dgm:spPr/>
      <dgm:t>
        <a:bodyPr/>
        <a:lstStyle/>
        <a:p>
          <a:endParaRPr lang="en-US"/>
        </a:p>
      </dgm:t>
    </dgm:pt>
    <dgm:pt modelId="{FC85F186-9F3D-4FAB-92FF-5927175205FA}">
      <dgm:prSet/>
      <dgm:spPr/>
      <dgm:t>
        <a:bodyPr/>
        <a:lstStyle/>
        <a:p>
          <a:r>
            <a:rPr lang="en-US"/>
            <a:t>- Fill missing hours with zeros</a:t>
          </a:r>
        </a:p>
      </dgm:t>
    </dgm:pt>
    <dgm:pt modelId="{954DE479-0952-4FA0-9B2D-AE7F76FDFE33}" type="parTrans" cxnId="{9B67C1F2-AA92-4E6D-97BE-87EA18F6329B}">
      <dgm:prSet/>
      <dgm:spPr/>
      <dgm:t>
        <a:bodyPr/>
        <a:lstStyle/>
        <a:p>
          <a:endParaRPr lang="en-US"/>
        </a:p>
      </dgm:t>
    </dgm:pt>
    <dgm:pt modelId="{B8E60105-F9A5-4225-B4BF-FD5D645CFEE9}" type="sibTrans" cxnId="{9B67C1F2-AA92-4E6D-97BE-87EA18F6329B}">
      <dgm:prSet/>
      <dgm:spPr/>
      <dgm:t>
        <a:bodyPr/>
        <a:lstStyle/>
        <a:p>
          <a:endParaRPr lang="en-US"/>
        </a:p>
      </dgm:t>
    </dgm:pt>
    <dgm:pt modelId="{DD537B41-42F6-874A-9B8D-F081CA7FF737}" type="pres">
      <dgm:prSet presAssocID="{6520B2B4-706D-435E-A97E-4A3BD56D46D1}" presName="Name0" presStyleCnt="0">
        <dgm:presLayoutVars>
          <dgm:dir/>
          <dgm:resizeHandles val="exact"/>
        </dgm:presLayoutVars>
      </dgm:prSet>
      <dgm:spPr/>
    </dgm:pt>
    <dgm:pt modelId="{9C9D9B9B-2E22-0C4E-A2A5-4652289AEB9A}" type="pres">
      <dgm:prSet presAssocID="{F02978B2-BC18-40F3-AA25-A39D895A8AAA}" presName="node" presStyleLbl="node1" presStyleIdx="0" presStyleCnt="5">
        <dgm:presLayoutVars>
          <dgm:bulletEnabled val="1"/>
        </dgm:presLayoutVars>
      </dgm:prSet>
      <dgm:spPr/>
    </dgm:pt>
    <dgm:pt modelId="{9708178F-F3DE-A24A-801A-41E799F8EA67}" type="pres">
      <dgm:prSet presAssocID="{D4C812C8-B66F-4D42-B8FD-BE41B628E93E}" presName="sibTrans" presStyleLbl="sibTrans1D1" presStyleIdx="0" presStyleCnt="4"/>
      <dgm:spPr/>
    </dgm:pt>
    <dgm:pt modelId="{31545488-CB4B-0F41-A681-BD926A05510E}" type="pres">
      <dgm:prSet presAssocID="{D4C812C8-B66F-4D42-B8FD-BE41B628E93E}" presName="connectorText" presStyleLbl="sibTrans1D1" presStyleIdx="0" presStyleCnt="4"/>
      <dgm:spPr/>
    </dgm:pt>
    <dgm:pt modelId="{C4ED198E-C059-5640-8D3E-1BDBF57A380C}" type="pres">
      <dgm:prSet presAssocID="{3D3C4BBC-998B-41F1-BBBE-A4E3578E69A8}" presName="node" presStyleLbl="node1" presStyleIdx="1" presStyleCnt="5">
        <dgm:presLayoutVars>
          <dgm:bulletEnabled val="1"/>
        </dgm:presLayoutVars>
      </dgm:prSet>
      <dgm:spPr/>
    </dgm:pt>
    <dgm:pt modelId="{E3BEE87D-2751-024B-82AE-C29477771290}" type="pres">
      <dgm:prSet presAssocID="{26412464-CE36-4E9E-8532-B1F8B0228B6B}" presName="sibTrans" presStyleLbl="sibTrans1D1" presStyleIdx="1" presStyleCnt="4"/>
      <dgm:spPr/>
    </dgm:pt>
    <dgm:pt modelId="{5B14C438-AAD9-6848-B5DC-A063B32B6BCE}" type="pres">
      <dgm:prSet presAssocID="{26412464-CE36-4E9E-8532-B1F8B0228B6B}" presName="connectorText" presStyleLbl="sibTrans1D1" presStyleIdx="1" presStyleCnt="4"/>
      <dgm:spPr/>
    </dgm:pt>
    <dgm:pt modelId="{471928A8-DE63-0849-89B9-91D891B682B1}" type="pres">
      <dgm:prSet presAssocID="{C8F2E027-D002-4D39-A34B-2C309C0A4299}" presName="node" presStyleLbl="node1" presStyleIdx="2" presStyleCnt="5">
        <dgm:presLayoutVars>
          <dgm:bulletEnabled val="1"/>
        </dgm:presLayoutVars>
      </dgm:prSet>
      <dgm:spPr/>
    </dgm:pt>
    <dgm:pt modelId="{04D77A1A-424C-354E-B899-92755EE76CE2}" type="pres">
      <dgm:prSet presAssocID="{0DC38F4C-1AB7-4AD6-88FF-CF2ECAF7ADF9}" presName="sibTrans" presStyleLbl="sibTrans1D1" presStyleIdx="2" presStyleCnt="4"/>
      <dgm:spPr/>
    </dgm:pt>
    <dgm:pt modelId="{47A9C727-F209-8C43-948F-25A77C4D7A0D}" type="pres">
      <dgm:prSet presAssocID="{0DC38F4C-1AB7-4AD6-88FF-CF2ECAF7ADF9}" presName="connectorText" presStyleLbl="sibTrans1D1" presStyleIdx="2" presStyleCnt="4"/>
      <dgm:spPr/>
    </dgm:pt>
    <dgm:pt modelId="{47B86FC9-F803-4247-9E1A-D6272D193675}" type="pres">
      <dgm:prSet presAssocID="{695971C1-E237-44A0-BAB6-D24E6EF49757}" presName="node" presStyleLbl="node1" presStyleIdx="3" presStyleCnt="5">
        <dgm:presLayoutVars>
          <dgm:bulletEnabled val="1"/>
        </dgm:presLayoutVars>
      </dgm:prSet>
      <dgm:spPr/>
    </dgm:pt>
    <dgm:pt modelId="{7896E908-9921-6749-8E83-C36F8E2C16CA}" type="pres">
      <dgm:prSet presAssocID="{473778B5-4A82-4E19-ACD5-D0144401CF03}" presName="sibTrans" presStyleLbl="sibTrans1D1" presStyleIdx="3" presStyleCnt="4"/>
      <dgm:spPr/>
    </dgm:pt>
    <dgm:pt modelId="{C2A4598B-52A6-674D-814A-150924BBA4C2}" type="pres">
      <dgm:prSet presAssocID="{473778B5-4A82-4E19-ACD5-D0144401CF03}" presName="connectorText" presStyleLbl="sibTrans1D1" presStyleIdx="3" presStyleCnt="4"/>
      <dgm:spPr/>
    </dgm:pt>
    <dgm:pt modelId="{79D2D2D1-B6CF-5B4A-A960-6CAC2313E3CB}" type="pres">
      <dgm:prSet presAssocID="{FC85F186-9F3D-4FAB-92FF-5927175205FA}" presName="node" presStyleLbl="node1" presStyleIdx="4" presStyleCnt="5">
        <dgm:presLayoutVars>
          <dgm:bulletEnabled val="1"/>
        </dgm:presLayoutVars>
      </dgm:prSet>
      <dgm:spPr/>
    </dgm:pt>
  </dgm:ptLst>
  <dgm:cxnLst>
    <dgm:cxn modelId="{D2E2B60B-F817-42B2-8D55-E6E641B220FD}" srcId="{6520B2B4-706D-435E-A97E-4A3BD56D46D1}" destId="{695971C1-E237-44A0-BAB6-D24E6EF49757}" srcOrd="3" destOrd="0" parTransId="{1909807D-5F6F-410F-91CC-1454E9CBA8DF}" sibTransId="{473778B5-4A82-4E19-ACD5-D0144401CF03}"/>
    <dgm:cxn modelId="{F8BE9F13-3708-4B14-9497-6BB259C504AE}" srcId="{6520B2B4-706D-435E-A97E-4A3BD56D46D1}" destId="{3D3C4BBC-998B-41F1-BBBE-A4E3578E69A8}" srcOrd="1" destOrd="0" parTransId="{FC718AB6-1110-4F28-9A24-26B53278BEB0}" sibTransId="{26412464-CE36-4E9E-8532-B1F8B0228B6B}"/>
    <dgm:cxn modelId="{E2AB1514-CCD9-6D44-96D7-31DC2E3ECACB}" type="presOf" srcId="{695971C1-E237-44A0-BAB6-D24E6EF49757}" destId="{47B86FC9-F803-4247-9E1A-D6272D193675}" srcOrd="0" destOrd="0" presId="urn:microsoft.com/office/officeart/2016/7/layout/RepeatingBendingProcessNew"/>
    <dgm:cxn modelId="{1B677B22-AAB7-3F4C-B329-0F5FB3FDEA52}" type="presOf" srcId="{26412464-CE36-4E9E-8532-B1F8B0228B6B}" destId="{E3BEE87D-2751-024B-82AE-C29477771290}" srcOrd="0" destOrd="0" presId="urn:microsoft.com/office/officeart/2016/7/layout/RepeatingBendingProcessNew"/>
    <dgm:cxn modelId="{2A4BCD27-98F6-8F4A-A783-D9735DE334F8}" type="presOf" srcId="{0DC38F4C-1AB7-4AD6-88FF-CF2ECAF7ADF9}" destId="{47A9C727-F209-8C43-948F-25A77C4D7A0D}" srcOrd="1" destOrd="0" presId="urn:microsoft.com/office/officeart/2016/7/layout/RepeatingBendingProcessNew"/>
    <dgm:cxn modelId="{D368E556-F6DE-9D4C-9F3B-DBBC31F72EE1}" type="presOf" srcId="{F02978B2-BC18-40F3-AA25-A39D895A8AAA}" destId="{9C9D9B9B-2E22-0C4E-A2A5-4652289AEB9A}" srcOrd="0" destOrd="0" presId="urn:microsoft.com/office/officeart/2016/7/layout/RepeatingBendingProcessNew"/>
    <dgm:cxn modelId="{BDE6D86D-53D1-1743-ACA1-29FB24006C79}" type="presOf" srcId="{0DC38F4C-1AB7-4AD6-88FF-CF2ECAF7ADF9}" destId="{04D77A1A-424C-354E-B899-92755EE76CE2}" srcOrd="0" destOrd="0" presId="urn:microsoft.com/office/officeart/2016/7/layout/RepeatingBendingProcessNew"/>
    <dgm:cxn modelId="{41ED3890-EC5D-714A-B07C-EFD08F346D03}" type="presOf" srcId="{D4C812C8-B66F-4D42-B8FD-BE41B628E93E}" destId="{31545488-CB4B-0F41-A681-BD926A05510E}" srcOrd="1" destOrd="0" presId="urn:microsoft.com/office/officeart/2016/7/layout/RepeatingBendingProcessNew"/>
    <dgm:cxn modelId="{CE730897-2A30-AA4B-92D4-69A1F7A44039}" type="presOf" srcId="{473778B5-4A82-4E19-ACD5-D0144401CF03}" destId="{7896E908-9921-6749-8E83-C36F8E2C16CA}" srcOrd="0" destOrd="0" presId="urn:microsoft.com/office/officeart/2016/7/layout/RepeatingBendingProcessNew"/>
    <dgm:cxn modelId="{FCE02599-F2C5-0C43-BC75-CFFBC1C367EE}" type="presOf" srcId="{26412464-CE36-4E9E-8532-B1F8B0228B6B}" destId="{5B14C438-AAD9-6848-B5DC-A063B32B6BCE}" srcOrd="1" destOrd="0" presId="urn:microsoft.com/office/officeart/2016/7/layout/RepeatingBendingProcessNew"/>
    <dgm:cxn modelId="{C751ED9E-4CA2-1B4C-BC0C-484DCBC5E1B0}" type="presOf" srcId="{6520B2B4-706D-435E-A97E-4A3BD56D46D1}" destId="{DD537B41-42F6-874A-9B8D-F081CA7FF737}" srcOrd="0" destOrd="0" presId="urn:microsoft.com/office/officeart/2016/7/layout/RepeatingBendingProcessNew"/>
    <dgm:cxn modelId="{A55271A0-CD4B-2C47-91EE-F621ABC89240}" type="presOf" srcId="{473778B5-4A82-4E19-ACD5-D0144401CF03}" destId="{C2A4598B-52A6-674D-814A-150924BBA4C2}" srcOrd="1" destOrd="0" presId="urn:microsoft.com/office/officeart/2016/7/layout/RepeatingBendingProcessNew"/>
    <dgm:cxn modelId="{B2112DB6-4E59-FF4A-965D-C8476373740E}" type="presOf" srcId="{D4C812C8-B66F-4D42-B8FD-BE41B628E93E}" destId="{9708178F-F3DE-A24A-801A-41E799F8EA67}" srcOrd="0" destOrd="0" presId="urn:microsoft.com/office/officeart/2016/7/layout/RepeatingBendingProcessNew"/>
    <dgm:cxn modelId="{9346ACC2-1A5A-A345-A843-6C4CEF2FD7D4}" type="presOf" srcId="{3D3C4BBC-998B-41F1-BBBE-A4E3578E69A8}" destId="{C4ED198E-C059-5640-8D3E-1BDBF57A380C}" srcOrd="0" destOrd="0" presId="urn:microsoft.com/office/officeart/2016/7/layout/RepeatingBendingProcessNew"/>
    <dgm:cxn modelId="{E8AA71C9-45C9-F040-B12C-AB306650A312}" type="presOf" srcId="{FC85F186-9F3D-4FAB-92FF-5927175205FA}" destId="{79D2D2D1-B6CF-5B4A-A960-6CAC2313E3CB}" srcOrd="0" destOrd="0" presId="urn:microsoft.com/office/officeart/2016/7/layout/RepeatingBendingProcessNew"/>
    <dgm:cxn modelId="{BDBCD0E0-69DD-1E4D-A7C3-95B778ADEF68}" type="presOf" srcId="{C8F2E027-D002-4D39-A34B-2C309C0A4299}" destId="{471928A8-DE63-0849-89B9-91D891B682B1}" srcOrd="0" destOrd="0" presId="urn:microsoft.com/office/officeart/2016/7/layout/RepeatingBendingProcessNew"/>
    <dgm:cxn modelId="{AD3613E5-897C-4D56-9529-BA2E15ED2FFE}" srcId="{6520B2B4-706D-435E-A97E-4A3BD56D46D1}" destId="{F02978B2-BC18-40F3-AA25-A39D895A8AAA}" srcOrd="0" destOrd="0" parTransId="{4C29635A-F53D-418B-A016-BF1DEA0D1067}" sibTransId="{D4C812C8-B66F-4D42-B8FD-BE41B628E93E}"/>
    <dgm:cxn modelId="{836D8DEA-6C7A-43A2-ABBE-B331BB13F27A}" srcId="{6520B2B4-706D-435E-A97E-4A3BD56D46D1}" destId="{C8F2E027-D002-4D39-A34B-2C309C0A4299}" srcOrd="2" destOrd="0" parTransId="{61695A11-8237-4E79-8A85-0B0E0C40A835}" sibTransId="{0DC38F4C-1AB7-4AD6-88FF-CF2ECAF7ADF9}"/>
    <dgm:cxn modelId="{9B67C1F2-AA92-4E6D-97BE-87EA18F6329B}" srcId="{6520B2B4-706D-435E-A97E-4A3BD56D46D1}" destId="{FC85F186-9F3D-4FAB-92FF-5927175205FA}" srcOrd="4" destOrd="0" parTransId="{954DE479-0952-4FA0-9B2D-AE7F76FDFE33}" sibTransId="{B8E60105-F9A5-4225-B4BF-FD5D645CFEE9}"/>
    <dgm:cxn modelId="{E9B13D2D-D86A-F44F-93FB-7DF24AA2032B}" type="presParOf" srcId="{DD537B41-42F6-874A-9B8D-F081CA7FF737}" destId="{9C9D9B9B-2E22-0C4E-A2A5-4652289AEB9A}" srcOrd="0" destOrd="0" presId="urn:microsoft.com/office/officeart/2016/7/layout/RepeatingBendingProcessNew"/>
    <dgm:cxn modelId="{2BFF9D57-82A9-884D-A5B8-A30FB70C1423}" type="presParOf" srcId="{DD537B41-42F6-874A-9B8D-F081CA7FF737}" destId="{9708178F-F3DE-A24A-801A-41E799F8EA67}" srcOrd="1" destOrd="0" presId="urn:microsoft.com/office/officeart/2016/7/layout/RepeatingBendingProcessNew"/>
    <dgm:cxn modelId="{45A394D0-04D2-3844-9A33-238558603963}" type="presParOf" srcId="{9708178F-F3DE-A24A-801A-41E799F8EA67}" destId="{31545488-CB4B-0F41-A681-BD926A05510E}" srcOrd="0" destOrd="0" presId="urn:microsoft.com/office/officeart/2016/7/layout/RepeatingBendingProcessNew"/>
    <dgm:cxn modelId="{AF2239DD-EEEE-FB43-8B13-BE793D6856DD}" type="presParOf" srcId="{DD537B41-42F6-874A-9B8D-F081CA7FF737}" destId="{C4ED198E-C059-5640-8D3E-1BDBF57A380C}" srcOrd="2" destOrd="0" presId="urn:microsoft.com/office/officeart/2016/7/layout/RepeatingBendingProcessNew"/>
    <dgm:cxn modelId="{42F84FE6-3D47-4E45-A441-0F708F1B011B}" type="presParOf" srcId="{DD537B41-42F6-874A-9B8D-F081CA7FF737}" destId="{E3BEE87D-2751-024B-82AE-C29477771290}" srcOrd="3" destOrd="0" presId="urn:microsoft.com/office/officeart/2016/7/layout/RepeatingBendingProcessNew"/>
    <dgm:cxn modelId="{58AAD200-5446-5A43-9276-8CC876E8F8D0}" type="presParOf" srcId="{E3BEE87D-2751-024B-82AE-C29477771290}" destId="{5B14C438-AAD9-6848-B5DC-A063B32B6BCE}" srcOrd="0" destOrd="0" presId="urn:microsoft.com/office/officeart/2016/7/layout/RepeatingBendingProcessNew"/>
    <dgm:cxn modelId="{075CB6B2-290F-CF4D-B559-91E3B9FCE642}" type="presParOf" srcId="{DD537B41-42F6-874A-9B8D-F081CA7FF737}" destId="{471928A8-DE63-0849-89B9-91D891B682B1}" srcOrd="4" destOrd="0" presId="urn:microsoft.com/office/officeart/2016/7/layout/RepeatingBendingProcessNew"/>
    <dgm:cxn modelId="{55694E48-863D-2F4D-9669-5EC3EFB87382}" type="presParOf" srcId="{DD537B41-42F6-874A-9B8D-F081CA7FF737}" destId="{04D77A1A-424C-354E-B899-92755EE76CE2}" srcOrd="5" destOrd="0" presId="urn:microsoft.com/office/officeart/2016/7/layout/RepeatingBendingProcessNew"/>
    <dgm:cxn modelId="{AA29715B-9C52-DF4B-8A25-6C6167A4F99F}" type="presParOf" srcId="{04D77A1A-424C-354E-B899-92755EE76CE2}" destId="{47A9C727-F209-8C43-948F-25A77C4D7A0D}" srcOrd="0" destOrd="0" presId="urn:microsoft.com/office/officeart/2016/7/layout/RepeatingBendingProcessNew"/>
    <dgm:cxn modelId="{1F916A5B-5681-994B-A682-E778C3692595}" type="presParOf" srcId="{DD537B41-42F6-874A-9B8D-F081CA7FF737}" destId="{47B86FC9-F803-4247-9E1A-D6272D193675}" srcOrd="6" destOrd="0" presId="urn:microsoft.com/office/officeart/2016/7/layout/RepeatingBendingProcessNew"/>
    <dgm:cxn modelId="{B03F1D0D-EEB0-4A47-B566-B646CAF605A1}" type="presParOf" srcId="{DD537B41-42F6-874A-9B8D-F081CA7FF737}" destId="{7896E908-9921-6749-8E83-C36F8E2C16CA}" srcOrd="7" destOrd="0" presId="urn:microsoft.com/office/officeart/2016/7/layout/RepeatingBendingProcessNew"/>
    <dgm:cxn modelId="{13319146-E3E8-424C-983A-BD17484196DC}" type="presParOf" srcId="{7896E908-9921-6749-8E83-C36F8E2C16CA}" destId="{C2A4598B-52A6-674D-814A-150924BBA4C2}" srcOrd="0" destOrd="0" presId="urn:microsoft.com/office/officeart/2016/7/layout/RepeatingBendingProcessNew"/>
    <dgm:cxn modelId="{783F59AD-8ADE-3844-96D4-6DD56EBE68A4}" type="presParOf" srcId="{DD537B41-42F6-874A-9B8D-F081CA7FF737}" destId="{79D2D2D1-B6CF-5B4A-A960-6CAC2313E3CB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5835C9-1BEA-4ADB-AF4E-B64181989CD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D6D85F-5380-4A27-AAFC-55009D5707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Hourly time-series visualization</a:t>
          </a:r>
        </a:p>
      </dgm:t>
    </dgm:pt>
    <dgm:pt modelId="{B8E4FEC8-08EE-411D-8756-4CE3ACBBF9E6}" type="parTrans" cxnId="{2DBE491F-12A6-411D-BEFB-0B4C22E2395A}">
      <dgm:prSet/>
      <dgm:spPr/>
      <dgm:t>
        <a:bodyPr/>
        <a:lstStyle/>
        <a:p>
          <a:endParaRPr lang="en-US"/>
        </a:p>
      </dgm:t>
    </dgm:pt>
    <dgm:pt modelId="{E813E4A0-4903-4A03-91F9-6D210E8635F2}" type="sibTrans" cxnId="{2DBE491F-12A6-411D-BEFB-0B4C22E2395A}">
      <dgm:prSet/>
      <dgm:spPr/>
      <dgm:t>
        <a:bodyPr/>
        <a:lstStyle/>
        <a:p>
          <a:endParaRPr lang="en-US"/>
        </a:p>
      </dgm:t>
    </dgm:pt>
    <dgm:pt modelId="{8B2A1D3E-7AD9-48D1-ABF6-5653C6735B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Daily pickup totals</a:t>
          </a:r>
        </a:p>
      </dgm:t>
    </dgm:pt>
    <dgm:pt modelId="{0EC98261-087B-4F7D-A555-B85C0785F83A}" type="parTrans" cxnId="{9B0DBAD1-7873-4D6A-8482-EF2CCD191E44}">
      <dgm:prSet/>
      <dgm:spPr/>
      <dgm:t>
        <a:bodyPr/>
        <a:lstStyle/>
        <a:p>
          <a:endParaRPr lang="en-US"/>
        </a:p>
      </dgm:t>
    </dgm:pt>
    <dgm:pt modelId="{491C8296-EB56-4E47-8F31-44D835A397E9}" type="sibTrans" cxnId="{9B0DBAD1-7873-4D6A-8482-EF2CCD191E44}">
      <dgm:prSet/>
      <dgm:spPr/>
      <dgm:t>
        <a:bodyPr/>
        <a:lstStyle/>
        <a:p>
          <a:endParaRPr lang="en-US"/>
        </a:p>
      </dgm:t>
    </dgm:pt>
    <dgm:pt modelId="{007B0F7A-09B7-488C-99C1-24EC445539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Summary statistics</a:t>
          </a:r>
        </a:p>
      </dgm:t>
    </dgm:pt>
    <dgm:pt modelId="{8271D9C1-E954-45CC-ACAF-F8C1D577E222}" type="parTrans" cxnId="{D11BB7E5-B04D-4979-811F-956F5ECE8869}">
      <dgm:prSet/>
      <dgm:spPr/>
      <dgm:t>
        <a:bodyPr/>
        <a:lstStyle/>
        <a:p>
          <a:endParaRPr lang="en-US"/>
        </a:p>
      </dgm:t>
    </dgm:pt>
    <dgm:pt modelId="{893A1582-9C05-4973-9FCE-F2FC8B4336CD}" type="sibTrans" cxnId="{D11BB7E5-B04D-4979-811F-956F5ECE8869}">
      <dgm:prSet/>
      <dgm:spPr/>
      <dgm:t>
        <a:bodyPr/>
        <a:lstStyle/>
        <a:p>
          <a:endParaRPr lang="en-US"/>
        </a:p>
      </dgm:t>
    </dgm:pt>
    <dgm:pt modelId="{3EC1506A-CA4C-4B85-BA2A-9C54E04658E9}" type="pres">
      <dgm:prSet presAssocID="{C75835C9-1BEA-4ADB-AF4E-B64181989CD8}" presName="root" presStyleCnt="0">
        <dgm:presLayoutVars>
          <dgm:dir/>
          <dgm:resizeHandles val="exact"/>
        </dgm:presLayoutVars>
      </dgm:prSet>
      <dgm:spPr/>
    </dgm:pt>
    <dgm:pt modelId="{4111FF26-1EA6-4FA3-A33D-BD209CAD6A16}" type="pres">
      <dgm:prSet presAssocID="{B4D6D85F-5380-4A27-AAFC-55009D570771}" presName="compNode" presStyleCnt="0"/>
      <dgm:spPr/>
    </dgm:pt>
    <dgm:pt modelId="{B2802279-9877-4653-B685-3EEB9E7CF724}" type="pres">
      <dgm:prSet presAssocID="{B4D6D85F-5380-4A27-AAFC-55009D570771}" presName="bgRect" presStyleLbl="bgShp" presStyleIdx="0" presStyleCnt="3"/>
      <dgm:spPr/>
    </dgm:pt>
    <dgm:pt modelId="{EE5812A3-26FA-498B-B28B-0C448B09D9B8}" type="pres">
      <dgm:prSet presAssocID="{B4D6D85F-5380-4A27-AAFC-55009D57077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7AEC08F-438A-4C34-8E6B-CE4F9A1CE1CC}" type="pres">
      <dgm:prSet presAssocID="{B4D6D85F-5380-4A27-AAFC-55009D570771}" presName="spaceRect" presStyleCnt="0"/>
      <dgm:spPr/>
    </dgm:pt>
    <dgm:pt modelId="{4516CC8B-DB6F-4476-B8D6-6A428FB98E33}" type="pres">
      <dgm:prSet presAssocID="{B4D6D85F-5380-4A27-AAFC-55009D570771}" presName="parTx" presStyleLbl="revTx" presStyleIdx="0" presStyleCnt="3">
        <dgm:presLayoutVars>
          <dgm:chMax val="0"/>
          <dgm:chPref val="0"/>
        </dgm:presLayoutVars>
      </dgm:prSet>
      <dgm:spPr/>
    </dgm:pt>
    <dgm:pt modelId="{10B29969-72EC-4698-A628-89061C6B100A}" type="pres">
      <dgm:prSet presAssocID="{E813E4A0-4903-4A03-91F9-6D210E8635F2}" presName="sibTrans" presStyleCnt="0"/>
      <dgm:spPr/>
    </dgm:pt>
    <dgm:pt modelId="{2EF8C802-84A7-49C9-975D-A088AA14B761}" type="pres">
      <dgm:prSet presAssocID="{8B2A1D3E-7AD9-48D1-ABF6-5653C6735B8A}" presName="compNode" presStyleCnt="0"/>
      <dgm:spPr/>
    </dgm:pt>
    <dgm:pt modelId="{A407A23C-40D2-449B-A033-D014C6FFF1D1}" type="pres">
      <dgm:prSet presAssocID="{8B2A1D3E-7AD9-48D1-ABF6-5653C6735B8A}" presName="bgRect" presStyleLbl="bgShp" presStyleIdx="1" presStyleCnt="3"/>
      <dgm:spPr/>
    </dgm:pt>
    <dgm:pt modelId="{DC7F8811-E813-485A-82F8-293AB12FE102}" type="pres">
      <dgm:prSet presAssocID="{8B2A1D3E-7AD9-48D1-ABF6-5653C6735B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000B82DA-B861-43CF-AC26-888EDF140424}" type="pres">
      <dgm:prSet presAssocID="{8B2A1D3E-7AD9-48D1-ABF6-5653C6735B8A}" presName="spaceRect" presStyleCnt="0"/>
      <dgm:spPr/>
    </dgm:pt>
    <dgm:pt modelId="{A1040366-BF79-4F36-B364-C0B846DF88D3}" type="pres">
      <dgm:prSet presAssocID="{8B2A1D3E-7AD9-48D1-ABF6-5653C6735B8A}" presName="parTx" presStyleLbl="revTx" presStyleIdx="1" presStyleCnt="3">
        <dgm:presLayoutVars>
          <dgm:chMax val="0"/>
          <dgm:chPref val="0"/>
        </dgm:presLayoutVars>
      </dgm:prSet>
      <dgm:spPr/>
    </dgm:pt>
    <dgm:pt modelId="{307EDEB3-1A60-4E22-BB25-7738CB02CA51}" type="pres">
      <dgm:prSet presAssocID="{491C8296-EB56-4E47-8F31-44D835A397E9}" presName="sibTrans" presStyleCnt="0"/>
      <dgm:spPr/>
    </dgm:pt>
    <dgm:pt modelId="{5026C614-89E8-4BA8-B622-755891BDE08E}" type="pres">
      <dgm:prSet presAssocID="{007B0F7A-09B7-488C-99C1-24EC4455393A}" presName="compNode" presStyleCnt="0"/>
      <dgm:spPr/>
    </dgm:pt>
    <dgm:pt modelId="{A6FA564B-6519-48CE-88A7-F73E4FABD8E8}" type="pres">
      <dgm:prSet presAssocID="{007B0F7A-09B7-488C-99C1-24EC4455393A}" presName="bgRect" presStyleLbl="bgShp" presStyleIdx="2" presStyleCnt="3"/>
      <dgm:spPr/>
    </dgm:pt>
    <dgm:pt modelId="{F0EE871B-1E36-455E-91FF-EA0003B0FFC1}" type="pres">
      <dgm:prSet presAssocID="{007B0F7A-09B7-488C-99C1-24EC4455393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D79490A-DCD1-4D33-82FF-D4D3165D9ED7}" type="pres">
      <dgm:prSet presAssocID="{007B0F7A-09B7-488C-99C1-24EC4455393A}" presName="spaceRect" presStyleCnt="0"/>
      <dgm:spPr/>
    </dgm:pt>
    <dgm:pt modelId="{5779C97C-716C-47CE-806F-A9644BD4F8A9}" type="pres">
      <dgm:prSet presAssocID="{007B0F7A-09B7-488C-99C1-24EC4455393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DBE491F-12A6-411D-BEFB-0B4C22E2395A}" srcId="{C75835C9-1BEA-4ADB-AF4E-B64181989CD8}" destId="{B4D6D85F-5380-4A27-AAFC-55009D570771}" srcOrd="0" destOrd="0" parTransId="{B8E4FEC8-08EE-411D-8756-4CE3ACBBF9E6}" sibTransId="{E813E4A0-4903-4A03-91F9-6D210E8635F2}"/>
    <dgm:cxn modelId="{DF88B72E-A571-4829-ADED-68FD2BDFF763}" type="presOf" srcId="{C75835C9-1BEA-4ADB-AF4E-B64181989CD8}" destId="{3EC1506A-CA4C-4B85-BA2A-9C54E04658E9}" srcOrd="0" destOrd="0" presId="urn:microsoft.com/office/officeart/2018/2/layout/IconVerticalSolidList"/>
    <dgm:cxn modelId="{F6E3BF3A-DFC8-4C2D-977F-0780DE6FAA6B}" type="presOf" srcId="{007B0F7A-09B7-488C-99C1-24EC4455393A}" destId="{5779C97C-716C-47CE-806F-A9644BD4F8A9}" srcOrd="0" destOrd="0" presId="urn:microsoft.com/office/officeart/2018/2/layout/IconVerticalSolidList"/>
    <dgm:cxn modelId="{927E5279-546F-4EEA-AB1D-50EDC2B0573E}" type="presOf" srcId="{B4D6D85F-5380-4A27-AAFC-55009D570771}" destId="{4516CC8B-DB6F-4476-B8D6-6A428FB98E33}" srcOrd="0" destOrd="0" presId="urn:microsoft.com/office/officeart/2018/2/layout/IconVerticalSolidList"/>
    <dgm:cxn modelId="{DFF9CAC4-E0E8-4076-A719-972B92CD7EB6}" type="presOf" srcId="{8B2A1D3E-7AD9-48D1-ABF6-5653C6735B8A}" destId="{A1040366-BF79-4F36-B364-C0B846DF88D3}" srcOrd="0" destOrd="0" presId="urn:microsoft.com/office/officeart/2018/2/layout/IconVerticalSolidList"/>
    <dgm:cxn modelId="{9B0DBAD1-7873-4D6A-8482-EF2CCD191E44}" srcId="{C75835C9-1BEA-4ADB-AF4E-B64181989CD8}" destId="{8B2A1D3E-7AD9-48D1-ABF6-5653C6735B8A}" srcOrd="1" destOrd="0" parTransId="{0EC98261-087B-4F7D-A555-B85C0785F83A}" sibTransId="{491C8296-EB56-4E47-8F31-44D835A397E9}"/>
    <dgm:cxn modelId="{D11BB7E5-B04D-4979-811F-956F5ECE8869}" srcId="{C75835C9-1BEA-4ADB-AF4E-B64181989CD8}" destId="{007B0F7A-09B7-488C-99C1-24EC4455393A}" srcOrd="2" destOrd="0" parTransId="{8271D9C1-E954-45CC-ACAF-F8C1D577E222}" sibTransId="{893A1582-9C05-4973-9FCE-F2FC8B4336CD}"/>
    <dgm:cxn modelId="{B0336DCA-F755-4F41-B1A2-B08024B89993}" type="presParOf" srcId="{3EC1506A-CA4C-4B85-BA2A-9C54E04658E9}" destId="{4111FF26-1EA6-4FA3-A33D-BD209CAD6A16}" srcOrd="0" destOrd="0" presId="urn:microsoft.com/office/officeart/2018/2/layout/IconVerticalSolidList"/>
    <dgm:cxn modelId="{90CBECA3-F17A-4F2A-8E7E-8EA05D66620B}" type="presParOf" srcId="{4111FF26-1EA6-4FA3-A33D-BD209CAD6A16}" destId="{B2802279-9877-4653-B685-3EEB9E7CF724}" srcOrd="0" destOrd="0" presId="urn:microsoft.com/office/officeart/2018/2/layout/IconVerticalSolidList"/>
    <dgm:cxn modelId="{8434895D-3138-4B05-B49D-DDB0A2364FEC}" type="presParOf" srcId="{4111FF26-1EA6-4FA3-A33D-BD209CAD6A16}" destId="{EE5812A3-26FA-498B-B28B-0C448B09D9B8}" srcOrd="1" destOrd="0" presId="urn:microsoft.com/office/officeart/2018/2/layout/IconVerticalSolidList"/>
    <dgm:cxn modelId="{881AAE14-1BE3-4E2D-B2ED-966A89E41F5A}" type="presParOf" srcId="{4111FF26-1EA6-4FA3-A33D-BD209CAD6A16}" destId="{F7AEC08F-438A-4C34-8E6B-CE4F9A1CE1CC}" srcOrd="2" destOrd="0" presId="urn:microsoft.com/office/officeart/2018/2/layout/IconVerticalSolidList"/>
    <dgm:cxn modelId="{E1142064-9D5F-4347-89D2-DF4A74919B27}" type="presParOf" srcId="{4111FF26-1EA6-4FA3-A33D-BD209CAD6A16}" destId="{4516CC8B-DB6F-4476-B8D6-6A428FB98E33}" srcOrd="3" destOrd="0" presId="urn:microsoft.com/office/officeart/2018/2/layout/IconVerticalSolidList"/>
    <dgm:cxn modelId="{6E599F9F-2391-407F-BFA4-0F0333C56C86}" type="presParOf" srcId="{3EC1506A-CA4C-4B85-BA2A-9C54E04658E9}" destId="{10B29969-72EC-4698-A628-89061C6B100A}" srcOrd="1" destOrd="0" presId="urn:microsoft.com/office/officeart/2018/2/layout/IconVerticalSolidList"/>
    <dgm:cxn modelId="{5CA53E33-BCE5-432D-AFDE-28552947A3FC}" type="presParOf" srcId="{3EC1506A-CA4C-4B85-BA2A-9C54E04658E9}" destId="{2EF8C802-84A7-49C9-975D-A088AA14B761}" srcOrd="2" destOrd="0" presId="urn:microsoft.com/office/officeart/2018/2/layout/IconVerticalSolidList"/>
    <dgm:cxn modelId="{7A347AE8-D87D-455E-B300-62906F5A04C6}" type="presParOf" srcId="{2EF8C802-84A7-49C9-975D-A088AA14B761}" destId="{A407A23C-40D2-449B-A033-D014C6FFF1D1}" srcOrd="0" destOrd="0" presId="urn:microsoft.com/office/officeart/2018/2/layout/IconVerticalSolidList"/>
    <dgm:cxn modelId="{FDE61AAD-29CE-43EB-A179-D6D63B1196AC}" type="presParOf" srcId="{2EF8C802-84A7-49C9-975D-A088AA14B761}" destId="{DC7F8811-E813-485A-82F8-293AB12FE102}" srcOrd="1" destOrd="0" presId="urn:microsoft.com/office/officeart/2018/2/layout/IconVerticalSolidList"/>
    <dgm:cxn modelId="{B19ACA5E-8F36-4D4F-8087-99886A5F61EF}" type="presParOf" srcId="{2EF8C802-84A7-49C9-975D-A088AA14B761}" destId="{000B82DA-B861-43CF-AC26-888EDF140424}" srcOrd="2" destOrd="0" presId="urn:microsoft.com/office/officeart/2018/2/layout/IconVerticalSolidList"/>
    <dgm:cxn modelId="{45642BBA-6C13-439E-9FDD-E94A6D5EEA35}" type="presParOf" srcId="{2EF8C802-84A7-49C9-975D-A088AA14B761}" destId="{A1040366-BF79-4F36-B364-C0B846DF88D3}" srcOrd="3" destOrd="0" presId="urn:microsoft.com/office/officeart/2018/2/layout/IconVerticalSolidList"/>
    <dgm:cxn modelId="{395CA115-2D87-4E4E-AF55-683A97C36773}" type="presParOf" srcId="{3EC1506A-CA4C-4B85-BA2A-9C54E04658E9}" destId="{307EDEB3-1A60-4E22-BB25-7738CB02CA51}" srcOrd="3" destOrd="0" presId="urn:microsoft.com/office/officeart/2018/2/layout/IconVerticalSolidList"/>
    <dgm:cxn modelId="{847D51DA-E948-4B90-9CA8-B3A603AA519B}" type="presParOf" srcId="{3EC1506A-CA4C-4B85-BA2A-9C54E04658E9}" destId="{5026C614-89E8-4BA8-B622-755891BDE08E}" srcOrd="4" destOrd="0" presId="urn:microsoft.com/office/officeart/2018/2/layout/IconVerticalSolidList"/>
    <dgm:cxn modelId="{457DBED3-6546-4063-BD5C-B2A257E57391}" type="presParOf" srcId="{5026C614-89E8-4BA8-B622-755891BDE08E}" destId="{A6FA564B-6519-48CE-88A7-F73E4FABD8E8}" srcOrd="0" destOrd="0" presId="urn:microsoft.com/office/officeart/2018/2/layout/IconVerticalSolidList"/>
    <dgm:cxn modelId="{821B1BD0-329D-47CB-AEE6-A2C5248E79EA}" type="presParOf" srcId="{5026C614-89E8-4BA8-B622-755891BDE08E}" destId="{F0EE871B-1E36-455E-91FF-EA0003B0FFC1}" srcOrd="1" destOrd="0" presId="urn:microsoft.com/office/officeart/2018/2/layout/IconVerticalSolidList"/>
    <dgm:cxn modelId="{F13D9DF1-5987-4B83-B0A1-D9BB68F2D90D}" type="presParOf" srcId="{5026C614-89E8-4BA8-B622-755891BDE08E}" destId="{CD79490A-DCD1-4D33-82FF-D4D3165D9ED7}" srcOrd="2" destOrd="0" presId="urn:microsoft.com/office/officeart/2018/2/layout/IconVerticalSolidList"/>
    <dgm:cxn modelId="{902258EC-A3A7-448A-AD00-4290B926CC73}" type="presParOf" srcId="{5026C614-89E8-4BA8-B622-755891BDE08E}" destId="{5779C97C-716C-47CE-806F-A9644BD4F8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9D7B6E-6FAD-4CBA-BC0D-1DD4D5613C53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A2A8E6-C18F-49F9-B720-DC29EC4081D9}">
      <dgm:prSet/>
      <dgm:spPr/>
      <dgm:t>
        <a:bodyPr/>
        <a:lstStyle/>
        <a:p>
          <a:r>
            <a:rPr lang="en-US"/>
            <a:t>- hour, dayofweek, is_weekend, month</a:t>
          </a:r>
        </a:p>
      </dgm:t>
    </dgm:pt>
    <dgm:pt modelId="{DF469FD5-2529-49AD-95FB-B655E637A1B4}" type="parTrans" cxnId="{DDC2EF53-67B3-40AE-816D-A9D24482AEE9}">
      <dgm:prSet/>
      <dgm:spPr/>
      <dgm:t>
        <a:bodyPr/>
        <a:lstStyle/>
        <a:p>
          <a:endParaRPr lang="en-US"/>
        </a:p>
      </dgm:t>
    </dgm:pt>
    <dgm:pt modelId="{869C25A2-3A35-4B6A-A094-FBC50A78A50F}" type="sibTrans" cxnId="{DDC2EF53-67B3-40AE-816D-A9D24482AEE9}">
      <dgm:prSet/>
      <dgm:spPr/>
      <dgm:t>
        <a:bodyPr/>
        <a:lstStyle/>
        <a:p>
          <a:endParaRPr lang="en-US"/>
        </a:p>
      </dgm:t>
    </dgm:pt>
    <dgm:pt modelId="{6A251A7F-B79D-4EDD-95D1-238BEFEDECC6}">
      <dgm:prSet/>
      <dgm:spPr/>
      <dgm:t>
        <a:bodyPr/>
        <a:lstStyle/>
        <a:p>
          <a:r>
            <a:rPr lang="en-US"/>
            <a:t>- weekofyear, day</a:t>
          </a:r>
        </a:p>
      </dgm:t>
    </dgm:pt>
    <dgm:pt modelId="{1511A633-C11B-4E69-A091-FB1FFB48C2EB}" type="parTrans" cxnId="{90AFA67A-A661-4101-A6CD-76897AF8CAB5}">
      <dgm:prSet/>
      <dgm:spPr/>
      <dgm:t>
        <a:bodyPr/>
        <a:lstStyle/>
        <a:p>
          <a:endParaRPr lang="en-US"/>
        </a:p>
      </dgm:t>
    </dgm:pt>
    <dgm:pt modelId="{186DBD06-DE22-48F3-8407-862B75DC68DE}" type="sibTrans" cxnId="{90AFA67A-A661-4101-A6CD-76897AF8CAB5}">
      <dgm:prSet/>
      <dgm:spPr/>
      <dgm:t>
        <a:bodyPr/>
        <a:lstStyle/>
        <a:p>
          <a:endParaRPr lang="en-US"/>
        </a:p>
      </dgm:t>
    </dgm:pt>
    <dgm:pt modelId="{5B39922D-1B90-42D9-9522-74F47CA26F9F}">
      <dgm:prSet/>
      <dgm:spPr/>
      <dgm:t>
        <a:bodyPr/>
        <a:lstStyle/>
        <a:p>
          <a:r>
            <a:rPr lang="en-US"/>
            <a:t>- lag_1 (previous hour)</a:t>
          </a:r>
        </a:p>
      </dgm:t>
    </dgm:pt>
    <dgm:pt modelId="{79AC418D-8296-4A13-AD09-A6FEE323E0FD}" type="parTrans" cxnId="{46CE353A-CDBD-45C9-A2FB-9B7F528D0F6D}">
      <dgm:prSet/>
      <dgm:spPr/>
      <dgm:t>
        <a:bodyPr/>
        <a:lstStyle/>
        <a:p>
          <a:endParaRPr lang="en-US"/>
        </a:p>
      </dgm:t>
    </dgm:pt>
    <dgm:pt modelId="{F2AB8A7D-BEF2-4734-B13E-B0E956587F2B}" type="sibTrans" cxnId="{46CE353A-CDBD-45C9-A2FB-9B7F528D0F6D}">
      <dgm:prSet/>
      <dgm:spPr/>
      <dgm:t>
        <a:bodyPr/>
        <a:lstStyle/>
        <a:p>
          <a:endParaRPr lang="en-US"/>
        </a:p>
      </dgm:t>
    </dgm:pt>
    <dgm:pt modelId="{699EE69C-3F58-40B3-8465-78AB31129CB1}">
      <dgm:prSet/>
      <dgm:spPr/>
      <dgm:t>
        <a:bodyPr/>
        <a:lstStyle/>
        <a:p>
          <a:r>
            <a:rPr lang="en-US"/>
            <a:t>- rolling_24_mean (day-level trend)</a:t>
          </a:r>
        </a:p>
      </dgm:t>
    </dgm:pt>
    <dgm:pt modelId="{A5A801AD-1FC6-4C81-BB9D-8A983ECA1525}" type="parTrans" cxnId="{E6E6B842-82C4-4B60-901E-77BD15ACA7EC}">
      <dgm:prSet/>
      <dgm:spPr/>
      <dgm:t>
        <a:bodyPr/>
        <a:lstStyle/>
        <a:p>
          <a:endParaRPr lang="en-US"/>
        </a:p>
      </dgm:t>
    </dgm:pt>
    <dgm:pt modelId="{A4917E0C-4F54-4AFC-A47F-B34306FE4AAE}" type="sibTrans" cxnId="{E6E6B842-82C4-4B60-901E-77BD15ACA7EC}">
      <dgm:prSet/>
      <dgm:spPr/>
      <dgm:t>
        <a:bodyPr/>
        <a:lstStyle/>
        <a:p>
          <a:endParaRPr lang="en-US"/>
        </a:p>
      </dgm:t>
    </dgm:pt>
    <dgm:pt modelId="{9904446B-72A1-0548-B789-8A51CFB02062}" type="pres">
      <dgm:prSet presAssocID="{F89D7B6E-6FAD-4CBA-BC0D-1DD4D5613C53}" presName="diagram" presStyleCnt="0">
        <dgm:presLayoutVars>
          <dgm:dir/>
          <dgm:resizeHandles val="exact"/>
        </dgm:presLayoutVars>
      </dgm:prSet>
      <dgm:spPr/>
    </dgm:pt>
    <dgm:pt modelId="{18E7FDB0-C788-3C45-8D68-4DF9AACD4F55}" type="pres">
      <dgm:prSet presAssocID="{FAA2A8E6-C18F-49F9-B720-DC29EC4081D9}" presName="arrow" presStyleLbl="node1" presStyleIdx="0" presStyleCnt="4">
        <dgm:presLayoutVars>
          <dgm:bulletEnabled val="1"/>
        </dgm:presLayoutVars>
      </dgm:prSet>
      <dgm:spPr/>
    </dgm:pt>
    <dgm:pt modelId="{1C197646-6BF5-6543-81A7-04F0318E8123}" type="pres">
      <dgm:prSet presAssocID="{6A251A7F-B79D-4EDD-95D1-238BEFEDECC6}" presName="arrow" presStyleLbl="node1" presStyleIdx="1" presStyleCnt="4">
        <dgm:presLayoutVars>
          <dgm:bulletEnabled val="1"/>
        </dgm:presLayoutVars>
      </dgm:prSet>
      <dgm:spPr/>
    </dgm:pt>
    <dgm:pt modelId="{16B30ADF-B2AA-0A4A-9DE2-9AC50A0B8172}" type="pres">
      <dgm:prSet presAssocID="{5B39922D-1B90-42D9-9522-74F47CA26F9F}" presName="arrow" presStyleLbl="node1" presStyleIdx="2" presStyleCnt="4">
        <dgm:presLayoutVars>
          <dgm:bulletEnabled val="1"/>
        </dgm:presLayoutVars>
      </dgm:prSet>
      <dgm:spPr/>
    </dgm:pt>
    <dgm:pt modelId="{8DBC6541-DA17-654C-A66E-7AC54C9B1440}" type="pres">
      <dgm:prSet presAssocID="{699EE69C-3F58-40B3-8465-78AB31129CB1}" presName="arrow" presStyleLbl="node1" presStyleIdx="3" presStyleCnt="4">
        <dgm:presLayoutVars>
          <dgm:bulletEnabled val="1"/>
        </dgm:presLayoutVars>
      </dgm:prSet>
      <dgm:spPr/>
    </dgm:pt>
  </dgm:ptLst>
  <dgm:cxnLst>
    <dgm:cxn modelId="{46CE353A-CDBD-45C9-A2FB-9B7F528D0F6D}" srcId="{F89D7B6E-6FAD-4CBA-BC0D-1DD4D5613C53}" destId="{5B39922D-1B90-42D9-9522-74F47CA26F9F}" srcOrd="2" destOrd="0" parTransId="{79AC418D-8296-4A13-AD09-A6FEE323E0FD}" sibTransId="{F2AB8A7D-BEF2-4734-B13E-B0E956587F2B}"/>
    <dgm:cxn modelId="{625FC63A-8334-CC49-B4E3-B46F1060AEF2}" type="presOf" srcId="{699EE69C-3F58-40B3-8465-78AB31129CB1}" destId="{8DBC6541-DA17-654C-A66E-7AC54C9B1440}" srcOrd="0" destOrd="0" presId="urn:microsoft.com/office/officeart/2005/8/layout/arrow5"/>
    <dgm:cxn modelId="{E6E6B842-82C4-4B60-901E-77BD15ACA7EC}" srcId="{F89D7B6E-6FAD-4CBA-BC0D-1DD4D5613C53}" destId="{699EE69C-3F58-40B3-8465-78AB31129CB1}" srcOrd="3" destOrd="0" parTransId="{A5A801AD-1FC6-4C81-BB9D-8A983ECA1525}" sibTransId="{A4917E0C-4F54-4AFC-A47F-B34306FE4AAE}"/>
    <dgm:cxn modelId="{68BBDC43-8636-894B-83BA-1182CB48B002}" type="presOf" srcId="{5B39922D-1B90-42D9-9522-74F47CA26F9F}" destId="{16B30ADF-B2AA-0A4A-9DE2-9AC50A0B8172}" srcOrd="0" destOrd="0" presId="urn:microsoft.com/office/officeart/2005/8/layout/arrow5"/>
    <dgm:cxn modelId="{1B7FDD46-30F9-0A4E-A990-D3C8AAEBAB6E}" type="presOf" srcId="{F89D7B6E-6FAD-4CBA-BC0D-1DD4D5613C53}" destId="{9904446B-72A1-0548-B789-8A51CFB02062}" srcOrd="0" destOrd="0" presId="urn:microsoft.com/office/officeart/2005/8/layout/arrow5"/>
    <dgm:cxn modelId="{DDC2EF53-67B3-40AE-816D-A9D24482AEE9}" srcId="{F89D7B6E-6FAD-4CBA-BC0D-1DD4D5613C53}" destId="{FAA2A8E6-C18F-49F9-B720-DC29EC4081D9}" srcOrd="0" destOrd="0" parTransId="{DF469FD5-2529-49AD-95FB-B655E637A1B4}" sibTransId="{869C25A2-3A35-4B6A-A094-FBC50A78A50F}"/>
    <dgm:cxn modelId="{90AFA67A-A661-4101-A6CD-76897AF8CAB5}" srcId="{F89D7B6E-6FAD-4CBA-BC0D-1DD4D5613C53}" destId="{6A251A7F-B79D-4EDD-95D1-238BEFEDECC6}" srcOrd="1" destOrd="0" parTransId="{1511A633-C11B-4E69-A091-FB1FFB48C2EB}" sibTransId="{186DBD06-DE22-48F3-8407-862B75DC68DE}"/>
    <dgm:cxn modelId="{BA40AD91-94F1-A146-ABCA-76023EC6C80B}" type="presOf" srcId="{6A251A7F-B79D-4EDD-95D1-238BEFEDECC6}" destId="{1C197646-6BF5-6543-81A7-04F0318E8123}" srcOrd="0" destOrd="0" presId="urn:microsoft.com/office/officeart/2005/8/layout/arrow5"/>
    <dgm:cxn modelId="{B8B2E69B-B261-634E-A552-A7341CF553F6}" type="presOf" srcId="{FAA2A8E6-C18F-49F9-B720-DC29EC4081D9}" destId="{18E7FDB0-C788-3C45-8D68-4DF9AACD4F55}" srcOrd="0" destOrd="0" presId="urn:microsoft.com/office/officeart/2005/8/layout/arrow5"/>
    <dgm:cxn modelId="{F1A8ADA2-FA03-8C47-9DEE-3A16664EED6D}" type="presParOf" srcId="{9904446B-72A1-0548-B789-8A51CFB02062}" destId="{18E7FDB0-C788-3C45-8D68-4DF9AACD4F55}" srcOrd="0" destOrd="0" presId="urn:microsoft.com/office/officeart/2005/8/layout/arrow5"/>
    <dgm:cxn modelId="{FA3C1AE7-043A-A14E-987B-D6CC983F219B}" type="presParOf" srcId="{9904446B-72A1-0548-B789-8A51CFB02062}" destId="{1C197646-6BF5-6543-81A7-04F0318E8123}" srcOrd="1" destOrd="0" presId="urn:microsoft.com/office/officeart/2005/8/layout/arrow5"/>
    <dgm:cxn modelId="{59C43C5C-B11B-5D49-8685-A1000D32493A}" type="presParOf" srcId="{9904446B-72A1-0548-B789-8A51CFB02062}" destId="{16B30ADF-B2AA-0A4A-9DE2-9AC50A0B8172}" srcOrd="2" destOrd="0" presId="urn:microsoft.com/office/officeart/2005/8/layout/arrow5"/>
    <dgm:cxn modelId="{1D472114-3AA8-1C46-AF67-4BAB5C4CBD4B}" type="presParOf" srcId="{9904446B-72A1-0548-B789-8A51CFB02062}" destId="{8DBC6541-DA17-654C-A66E-7AC54C9B1440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92858E-17BE-45C8-874C-1BB52742DB2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26DD5E-B217-4D13-B693-8930E5459016}">
      <dgm:prSet/>
      <dgm:spPr/>
      <dgm:t>
        <a:bodyPr/>
        <a:lstStyle/>
        <a:p>
          <a:r>
            <a:rPr lang="en-US"/>
            <a:t>- Train-test split (70/30, chronological)</a:t>
          </a:r>
        </a:p>
      </dgm:t>
    </dgm:pt>
    <dgm:pt modelId="{1D69CA3D-E0F5-4F6E-9FF0-9F2D5E64192E}" type="parTrans" cxnId="{F9EB9A5A-EF2F-47C2-85D5-51504FE5E598}">
      <dgm:prSet/>
      <dgm:spPr/>
      <dgm:t>
        <a:bodyPr/>
        <a:lstStyle/>
        <a:p>
          <a:endParaRPr lang="en-US"/>
        </a:p>
      </dgm:t>
    </dgm:pt>
    <dgm:pt modelId="{93542A18-9857-43A1-8273-F2EB4C502132}" type="sibTrans" cxnId="{F9EB9A5A-EF2F-47C2-85D5-51504FE5E598}">
      <dgm:prSet/>
      <dgm:spPr/>
      <dgm:t>
        <a:bodyPr/>
        <a:lstStyle/>
        <a:p>
          <a:endParaRPr lang="en-US"/>
        </a:p>
      </dgm:t>
    </dgm:pt>
    <dgm:pt modelId="{A0FC811F-3767-4F73-99B8-62BC77F3270F}">
      <dgm:prSet/>
      <dgm:spPr/>
      <dgm:t>
        <a:bodyPr/>
        <a:lstStyle/>
        <a:p>
          <a:r>
            <a:rPr lang="en-US"/>
            <a:t>- RandomForestRegressor</a:t>
          </a:r>
        </a:p>
      </dgm:t>
    </dgm:pt>
    <dgm:pt modelId="{34D824A2-70B6-4414-848A-DFB8FE2E48BE}" type="parTrans" cxnId="{402C95B3-11EB-403D-A6F7-A876DDE860D8}">
      <dgm:prSet/>
      <dgm:spPr/>
      <dgm:t>
        <a:bodyPr/>
        <a:lstStyle/>
        <a:p>
          <a:endParaRPr lang="en-US"/>
        </a:p>
      </dgm:t>
    </dgm:pt>
    <dgm:pt modelId="{3A54C822-E3DA-401C-9A56-01D0109B2BC6}" type="sibTrans" cxnId="{402C95B3-11EB-403D-A6F7-A876DDE860D8}">
      <dgm:prSet/>
      <dgm:spPr/>
      <dgm:t>
        <a:bodyPr/>
        <a:lstStyle/>
        <a:p>
          <a:endParaRPr lang="en-US"/>
        </a:p>
      </dgm:t>
    </dgm:pt>
    <dgm:pt modelId="{F1101705-D020-4518-80CB-12D8AB3D577D}">
      <dgm:prSet/>
      <dgm:spPr/>
      <dgm:t>
        <a:bodyPr/>
        <a:lstStyle/>
        <a:p>
          <a:r>
            <a:rPr lang="en-US"/>
            <a:t>- Predictions &amp; evaluation</a:t>
          </a:r>
        </a:p>
      </dgm:t>
    </dgm:pt>
    <dgm:pt modelId="{551AF16A-263E-47C3-9BA1-D8EF9D526C7A}" type="parTrans" cxnId="{8BEEA52F-3FFE-4290-A720-0E45BB0CF24B}">
      <dgm:prSet/>
      <dgm:spPr/>
      <dgm:t>
        <a:bodyPr/>
        <a:lstStyle/>
        <a:p>
          <a:endParaRPr lang="en-US"/>
        </a:p>
      </dgm:t>
    </dgm:pt>
    <dgm:pt modelId="{B5E63FBE-DC71-4276-9DAD-4DCE125F2DD4}" type="sibTrans" cxnId="{8BEEA52F-3FFE-4290-A720-0E45BB0CF24B}">
      <dgm:prSet/>
      <dgm:spPr/>
      <dgm:t>
        <a:bodyPr/>
        <a:lstStyle/>
        <a:p>
          <a:endParaRPr lang="en-US"/>
        </a:p>
      </dgm:t>
    </dgm:pt>
    <dgm:pt modelId="{032C6889-162E-4543-A917-8464C2D40300}">
      <dgm:prSet/>
      <dgm:spPr/>
      <dgm:t>
        <a:bodyPr/>
        <a:lstStyle/>
        <a:p>
          <a:r>
            <a:rPr lang="en-US"/>
            <a:t>- Metrics: MAE, RMSE, R²</a:t>
          </a:r>
        </a:p>
      </dgm:t>
    </dgm:pt>
    <dgm:pt modelId="{9AA32076-D70B-4C89-8D65-BCD2AC755084}" type="parTrans" cxnId="{E5FEB688-7817-457E-8B8E-82AFF615D4BE}">
      <dgm:prSet/>
      <dgm:spPr/>
      <dgm:t>
        <a:bodyPr/>
        <a:lstStyle/>
        <a:p>
          <a:endParaRPr lang="en-US"/>
        </a:p>
      </dgm:t>
    </dgm:pt>
    <dgm:pt modelId="{3D8C32C9-D8BE-475A-AFD3-65AA4D6AF9A1}" type="sibTrans" cxnId="{E5FEB688-7817-457E-8B8E-82AFF615D4BE}">
      <dgm:prSet/>
      <dgm:spPr/>
      <dgm:t>
        <a:bodyPr/>
        <a:lstStyle/>
        <a:p>
          <a:endParaRPr lang="en-US"/>
        </a:p>
      </dgm:t>
    </dgm:pt>
    <dgm:pt modelId="{A9107D30-20BE-9343-8B8A-1BC979DB687B}" type="pres">
      <dgm:prSet presAssocID="{C092858E-17BE-45C8-874C-1BB52742DB2A}" presName="vert0" presStyleCnt="0">
        <dgm:presLayoutVars>
          <dgm:dir/>
          <dgm:animOne val="branch"/>
          <dgm:animLvl val="lvl"/>
        </dgm:presLayoutVars>
      </dgm:prSet>
      <dgm:spPr/>
    </dgm:pt>
    <dgm:pt modelId="{CC87AACF-3950-FC4E-89B3-0A2EAAE2E556}" type="pres">
      <dgm:prSet presAssocID="{2226DD5E-B217-4D13-B693-8930E5459016}" presName="thickLine" presStyleLbl="alignNode1" presStyleIdx="0" presStyleCnt="4"/>
      <dgm:spPr/>
    </dgm:pt>
    <dgm:pt modelId="{453C73A1-A519-A944-87B1-C3090C19DE4C}" type="pres">
      <dgm:prSet presAssocID="{2226DD5E-B217-4D13-B693-8930E5459016}" presName="horz1" presStyleCnt="0"/>
      <dgm:spPr/>
    </dgm:pt>
    <dgm:pt modelId="{06668219-CE99-2345-B19D-61036F132B66}" type="pres">
      <dgm:prSet presAssocID="{2226DD5E-B217-4D13-B693-8930E5459016}" presName="tx1" presStyleLbl="revTx" presStyleIdx="0" presStyleCnt="4"/>
      <dgm:spPr/>
    </dgm:pt>
    <dgm:pt modelId="{5425575C-7B3B-244C-BAC3-AE6D87F9EA4B}" type="pres">
      <dgm:prSet presAssocID="{2226DD5E-B217-4D13-B693-8930E5459016}" presName="vert1" presStyleCnt="0"/>
      <dgm:spPr/>
    </dgm:pt>
    <dgm:pt modelId="{D987F279-C0C1-6A40-821D-15F1B2699AFC}" type="pres">
      <dgm:prSet presAssocID="{A0FC811F-3767-4F73-99B8-62BC77F3270F}" presName="thickLine" presStyleLbl="alignNode1" presStyleIdx="1" presStyleCnt="4"/>
      <dgm:spPr/>
    </dgm:pt>
    <dgm:pt modelId="{3E0FE9FF-8315-DB43-8FC2-7947D4DED732}" type="pres">
      <dgm:prSet presAssocID="{A0FC811F-3767-4F73-99B8-62BC77F3270F}" presName="horz1" presStyleCnt="0"/>
      <dgm:spPr/>
    </dgm:pt>
    <dgm:pt modelId="{047C3BE2-824F-834A-9E35-95F08F2422A1}" type="pres">
      <dgm:prSet presAssocID="{A0FC811F-3767-4F73-99B8-62BC77F3270F}" presName="tx1" presStyleLbl="revTx" presStyleIdx="1" presStyleCnt="4"/>
      <dgm:spPr/>
    </dgm:pt>
    <dgm:pt modelId="{A2638D6E-1FE3-674D-8174-B0B0352E57EE}" type="pres">
      <dgm:prSet presAssocID="{A0FC811F-3767-4F73-99B8-62BC77F3270F}" presName="vert1" presStyleCnt="0"/>
      <dgm:spPr/>
    </dgm:pt>
    <dgm:pt modelId="{999C9F36-0E71-7D47-B2EC-5B4F26FF9D78}" type="pres">
      <dgm:prSet presAssocID="{F1101705-D020-4518-80CB-12D8AB3D577D}" presName="thickLine" presStyleLbl="alignNode1" presStyleIdx="2" presStyleCnt="4"/>
      <dgm:spPr/>
    </dgm:pt>
    <dgm:pt modelId="{845F3A8A-433A-DB47-8B9E-94926F42F2AE}" type="pres">
      <dgm:prSet presAssocID="{F1101705-D020-4518-80CB-12D8AB3D577D}" presName="horz1" presStyleCnt="0"/>
      <dgm:spPr/>
    </dgm:pt>
    <dgm:pt modelId="{1CA1831C-1325-7649-B3FC-9D80CD9F766B}" type="pres">
      <dgm:prSet presAssocID="{F1101705-D020-4518-80CB-12D8AB3D577D}" presName="tx1" presStyleLbl="revTx" presStyleIdx="2" presStyleCnt="4"/>
      <dgm:spPr/>
    </dgm:pt>
    <dgm:pt modelId="{3BA8A0F0-4023-C54D-B56F-B204FF4C47E1}" type="pres">
      <dgm:prSet presAssocID="{F1101705-D020-4518-80CB-12D8AB3D577D}" presName="vert1" presStyleCnt="0"/>
      <dgm:spPr/>
    </dgm:pt>
    <dgm:pt modelId="{E58EDE31-3F04-6D4C-B448-DC9452BA2C01}" type="pres">
      <dgm:prSet presAssocID="{032C6889-162E-4543-A917-8464C2D40300}" presName="thickLine" presStyleLbl="alignNode1" presStyleIdx="3" presStyleCnt="4"/>
      <dgm:spPr/>
    </dgm:pt>
    <dgm:pt modelId="{0112A103-96E8-2140-BC7E-5C620EF242C5}" type="pres">
      <dgm:prSet presAssocID="{032C6889-162E-4543-A917-8464C2D40300}" presName="horz1" presStyleCnt="0"/>
      <dgm:spPr/>
    </dgm:pt>
    <dgm:pt modelId="{D2D16AFE-A891-5F4B-AAB8-67FA8D5E61B7}" type="pres">
      <dgm:prSet presAssocID="{032C6889-162E-4543-A917-8464C2D40300}" presName="tx1" presStyleLbl="revTx" presStyleIdx="3" presStyleCnt="4"/>
      <dgm:spPr/>
    </dgm:pt>
    <dgm:pt modelId="{F352590B-39D9-B54C-91EC-7F3E78D7EBFE}" type="pres">
      <dgm:prSet presAssocID="{032C6889-162E-4543-A917-8464C2D40300}" presName="vert1" presStyleCnt="0"/>
      <dgm:spPr/>
    </dgm:pt>
  </dgm:ptLst>
  <dgm:cxnLst>
    <dgm:cxn modelId="{8BEEA52F-3FFE-4290-A720-0E45BB0CF24B}" srcId="{C092858E-17BE-45C8-874C-1BB52742DB2A}" destId="{F1101705-D020-4518-80CB-12D8AB3D577D}" srcOrd="2" destOrd="0" parTransId="{551AF16A-263E-47C3-9BA1-D8EF9D526C7A}" sibTransId="{B5E63FBE-DC71-4276-9DAD-4DCE125F2DD4}"/>
    <dgm:cxn modelId="{207D604F-2BD7-324B-92E9-4BE545949767}" type="presOf" srcId="{A0FC811F-3767-4F73-99B8-62BC77F3270F}" destId="{047C3BE2-824F-834A-9E35-95F08F2422A1}" srcOrd="0" destOrd="0" presId="urn:microsoft.com/office/officeart/2008/layout/LinedList"/>
    <dgm:cxn modelId="{34610858-1C35-FF49-BC42-8BE519AF16C0}" type="presOf" srcId="{C092858E-17BE-45C8-874C-1BB52742DB2A}" destId="{A9107D30-20BE-9343-8B8A-1BC979DB687B}" srcOrd="0" destOrd="0" presId="urn:microsoft.com/office/officeart/2008/layout/LinedList"/>
    <dgm:cxn modelId="{F9EB9A5A-EF2F-47C2-85D5-51504FE5E598}" srcId="{C092858E-17BE-45C8-874C-1BB52742DB2A}" destId="{2226DD5E-B217-4D13-B693-8930E5459016}" srcOrd="0" destOrd="0" parTransId="{1D69CA3D-E0F5-4F6E-9FF0-9F2D5E64192E}" sibTransId="{93542A18-9857-43A1-8273-F2EB4C502132}"/>
    <dgm:cxn modelId="{E5FEB688-7817-457E-8B8E-82AFF615D4BE}" srcId="{C092858E-17BE-45C8-874C-1BB52742DB2A}" destId="{032C6889-162E-4543-A917-8464C2D40300}" srcOrd="3" destOrd="0" parTransId="{9AA32076-D70B-4C89-8D65-BCD2AC755084}" sibTransId="{3D8C32C9-D8BE-475A-AFD3-65AA4D6AF9A1}"/>
    <dgm:cxn modelId="{580A1C8E-FE97-E242-939C-6E2DFA3BBE6C}" type="presOf" srcId="{032C6889-162E-4543-A917-8464C2D40300}" destId="{D2D16AFE-A891-5F4B-AAB8-67FA8D5E61B7}" srcOrd="0" destOrd="0" presId="urn:microsoft.com/office/officeart/2008/layout/LinedList"/>
    <dgm:cxn modelId="{402C95B3-11EB-403D-A6F7-A876DDE860D8}" srcId="{C092858E-17BE-45C8-874C-1BB52742DB2A}" destId="{A0FC811F-3767-4F73-99B8-62BC77F3270F}" srcOrd="1" destOrd="0" parTransId="{34D824A2-70B6-4414-848A-DFB8FE2E48BE}" sibTransId="{3A54C822-E3DA-401C-9A56-01D0109B2BC6}"/>
    <dgm:cxn modelId="{557404BA-3881-9747-AE62-FB3A485B1C54}" type="presOf" srcId="{F1101705-D020-4518-80CB-12D8AB3D577D}" destId="{1CA1831C-1325-7649-B3FC-9D80CD9F766B}" srcOrd="0" destOrd="0" presId="urn:microsoft.com/office/officeart/2008/layout/LinedList"/>
    <dgm:cxn modelId="{38EACDC6-29F2-4B4E-9B86-DA1A897FBC14}" type="presOf" srcId="{2226DD5E-B217-4D13-B693-8930E5459016}" destId="{06668219-CE99-2345-B19D-61036F132B66}" srcOrd="0" destOrd="0" presId="urn:microsoft.com/office/officeart/2008/layout/LinedList"/>
    <dgm:cxn modelId="{3066EF7B-E55F-694B-9775-1FF62BD40A58}" type="presParOf" srcId="{A9107D30-20BE-9343-8B8A-1BC979DB687B}" destId="{CC87AACF-3950-FC4E-89B3-0A2EAAE2E556}" srcOrd="0" destOrd="0" presId="urn:microsoft.com/office/officeart/2008/layout/LinedList"/>
    <dgm:cxn modelId="{2C99ADCB-6AA9-964A-90FE-1C97EE92A4C4}" type="presParOf" srcId="{A9107D30-20BE-9343-8B8A-1BC979DB687B}" destId="{453C73A1-A519-A944-87B1-C3090C19DE4C}" srcOrd="1" destOrd="0" presId="urn:microsoft.com/office/officeart/2008/layout/LinedList"/>
    <dgm:cxn modelId="{67ADE5B6-CDD7-6C45-ABFF-2C08A85CF8C9}" type="presParOf" srcId="{453C73A1-A519-A944-87B1-C3090C19DE4C}" destId="{06668219-CE99-2345-B19D-61036F132B66}" srcOrd="0" destOrd="0" presId="urn:microsoft.com/office/officeart/2008/layout/LinedList"/>
    <dgm:cxn modelId="{B42D53CA-8D7F-1842-ABB1-55288D528181}" type="presParOf" srcId="{453C73A1-A519-A944-87B1-C3090C19DE4C}" destId="{5425575C-7B3B-244C-BAC3-AE6D87F9EA4B}" srcOrd="1" destOrd="0" presId="urn:microsoft.com/office/officeart/2008/layout/LinedList"/>
    <dgm:cxn modelId="{DDE116B3-E2DA-E843-97C2-E4C3D65B3522}" type="presParOf" srcId="{A9107D30-20BE-9343-8B8A-1BC979DB687B}" destId="{D987F279-C0C1-6A40-821D-15F1B2699AFC}" srcOrd="2" destOrd="0" presId="urn:microsoft.com/office/officeart/2008/layout/LinedList"/>
    <dgm:cxn modelId="{A60DBCDE-DE88-2540-9EF7-20F460645B39}" type="presParOf" srcId="{A9107D30-20BE-9343-8B8A-1BC979DB687B}" destId="{3E0FE9FF-8315-DB43-8FC2-7947D4DED732}" srcOrd="3" destOrd="0" presId="urn:microsoft.com/office/officeart/2008/layout/LinedList"/>
    <dgm:cxn modelId="{BF9DB511-A4D7-AC4C-8D49-F2D8F1A4F2B9}" type="presParOf" srcId="{3E0FE9FF-8315-DB43-8FC2-7947D4DED732}" destId="{047C3BE2-824F-834A-9E35-95F08F2422A1}" srcOrd="0" destOrd="0" presId="urn:microsoft.com/office/officeart/2008/layout/LinedList"/>
    <dgm:cxn modelId="{D0F2A278-073D-FA40-874F-30CD0C9CCA0A}" type="presParOf" srcId="{3E0FE9FF-8315-DB43-8FC2-7947D4DED732}" destId="{A2638D6E-1FE3-674D-8174-B0B0352E57EE}" srcOrd="1" destOrd="0" presId="urn:microsoft.com/office/officeart/2008/layout/LinedList"/>
    <dgm:cxn modelId="{3B1A4ED0-6FD1-9244-AB72-B1B06D797A7C}" type="presParOf" srcId="{A9107D30-20BE-9343-8B8A-1BC979DB687B}" destId="{999C9F36-0E71-7D47-B2EC-5B4F26FF9D78}" srcOrd="4" destOrd="0" presId="urn:microsoft.com/office/officeart/2008/layout/LinedList"/>
    <dgm:cxn modelId="{CA668005-9E0E-974B-9B09-6A082CDBEABF}" type="presParOf" srcId="{A9107D30-20BE-9343-8B8A-1BC979DB687B}" destId="{845F3A8A-433A-DB47-8B9E-94926F42F2AE}" srcOrd="5" destOrd="0" presId="urn:microsoft.com/office/officeart/2008/layout/LinedList"/>
    <dgm:cxn modelId="{C304866D-F781-4547-A839-63C4E7ECC3EB}" type="presParOf" srcId="{845F3A8A-433A-DB47-8B9E-94926F42F2AE}" destId="{1CA1831C-1325-7649-B3FC-9D80CD9F766B}" srcOrd="0" destOrd="0" presId="urn:microsoft.com/office/officeart/2008/layout/LinedList"/>
    <dgm:cxn modelId="{7633D440-E672-3D45-A0FB-C4CA358D1DA4}" type="presParOf" srcId="{845F3A8A-433A-DB47-8B9E-94926F42F2AE}" destId="{3BA8A0F0-4023-C54D-B56F-B204FF4C47E1}" srcOrd="1" destOrd="0" presId="urn:microsoft.com/office/officeart/2008/layout/LinedList"/>
    <dgm:cxn modelId="{F98ABB35-C513-3042-9DDE-3E97A6E40D98}" type="presParOf" srcId="{A9107D30-20BE-9343-8B8A-1BC979DB687B}" destId="{E58EDE31-3F04-6D4C-B448-DC9452BA2C01}" srcOrd="6" destOrd="0" presId="urn:microsoft.com/office/officeart/2008/layout/LinedList"/>
    <dgm:cxn modelId="{762BE696-E464-304B-9DA7-7643C7C87A22}" type="presParOf" srcId="{A9107D30-20BE-9343-8B8A-1BC979DB687B}" destId="{0112A103-96E8-2140-BC7E-5C620EF242C5}" srcOrd="7" destOrd="0" presId="urn:microsoft.com/office/officeart/2008/layout/LinedList"/>
    <dgm:cxn modelId="{71D15A92-09FF-8248-87BD-C2E4627FCBF8}" type="presParOf" srcId="{0112A103-96E8-2140-BC7E-5C620EF242C5}" destId="{D2D16AFE-A891-5F4B-AAB8-67FA8D5E61B7}" srcOrd="0" destOrd="0" presId="urn:microsoft.com/office/officeart/2008/layout/LinedList"/>
    <dgm:cxn modelId="{E697D2C1-FD84-A24D-9C54-D22ECEDE6683}" type="presParOf" srcId="{0112A103-96E8-2140-BC7E-5C620EF242C5}" destId="{F352590B-39D9-B54C-91EC-7F3E78D7EBF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71D7531-BFEC-4A4E-9E32-FD3E18A6EA4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236A476-FE4B-4EBB-9415-E34F9A0B2D19}">
      <dgm:prSet/>
      <dgm:spPr/>
      <dgm:t>
        <a:bodyPr/>
        <a:lstStyle/>
        <a:p>
          <a:r>
            <a:rPr lang="en-US"/>
            <a:t>- Actual vs Predicted visualization</a:t>
          </a:r>
        </a:p>
      </dgm:t>
    </dgm:pt>
    <dgm:pt modelId="{5E878A07-D327-4F68-B1D4-B89B0C344F7D}" type="parTrans" cxnId="{F8AD3FED-33D0-4608-B905-80533647159C}">
      <dgm:prSet/>
      <dgm:spPr/>
      <dgm:t>
        <a:bodyPr/>
        <a:lstStyle/>
        <a:p>
          <a:endParaRPr lang="en-US"/>
        </a:p>
      </dgm:t>
    </dgm:pt>
    <dgm:pt modelId="{CDFD01DE-E8FC-4BF1-A211-9C049ED17BD5}" type="sibTrans" cxnId="{F8AD3FED-33D0-4608-B905-80533647159C}">
      <dgm:prSet/>
      <dgm:spPr/>
      <dgm:t>
        <a:bodyPr/>
        <a:lstStyle/>
        <a:p>
          <a:endParaRPr lang="en-US"/>
        </a:p>
      </dgm:t>
    </dgm:pt>
    <dgm:pt modelId="{ADCFAE71-B0EF-4840-A00D-FF6736BC8DC5}">
      <dgm:prSet/>
      <dgm:spPr/>
      <dgm:t>
        <a:bodyPr/>
        <a:lstStyle/>
        <a:p>
          <a:r>
            <a:rPr lang="en-US"/>
            <a:t>- Feature importance ranking</a:t>
          </a:r>
        </a:p>
      </dgm:t>
    </dgm:pt>
    <dgm:pt modelId="{7DDBECD8-2F54-4ABE-BE9D-7CF5B5EB7314}" type="parTrans" cxnId="{2917A664-5E0C-4F8E-A36B-FDEAABA2B767}">
      <dgm:prSet/>
      <dgm:spPr/>
      <dgm:t>
        <a:bodyPr/>
        <a:lstStyle/>
        <a:p>
          <a:endParaRPr lang="en-US"/>
        </a:p>
      </dgm:t>
    </dgm:pt>
    <dgm:pt modelId="{F83E8A15-A08C-44C4-9681-F92370ED1DC6}" type="sibTrans" cxnId="{2917A664-5E0C-4F8E-A36B-FDEAABA2B767}">
      <dgm:prSet/>
      <dgm:spPr/>
      <dgm:t>
        <a:bodyPr/>
        <a:lstStyle/>
        <a:p>
          <a:endParaRPr lang="en-US"/>
        </a:p>
      </dgm:t>
    </dgm:pt>
    <dgm:pt modelId="{59278E65-5514-4414-898B-563A587D1645}">
      <dgm:prSet/>
      <dgm:spPr/>
      <dgm:t>
        <a:bodyPr/>
        <a:lstStyle/>
        <a:p>
          <a:r>
            <a:rPr lang="en-US"/>
            <a:t>- Model saved as uber_hourly_rf_joblib.pkl</a:t>
          </a:r>
        </a:p>
      </dgm:t>
    </dgm:pt>
    <dgm:pt modelId="{C18AC566-96A7-4FEE-8C2A-3A2B7FD86ECC}" type="parTrans" cxnId="{679A9EF7-E4AA-4ED7-9E7D-CC4B5C72D8FE}">
      <dgm:prSet/>
      <dgm:spPr/>
      <dgm:t>
        <a:bodyPr/>
        <a:lstStyle/>
        <a:p>
          <a:endParaRPr lang="en-US"/>
        </a:p>
      </dgm:t>
    </dgm:pt>
    <dgm:pt modelId="{53793722-F9E2-490A-8426-83D7AA708CCA}" type="sibTrans" cxnId="{679A9EF7-E4AA-4ED7-9E7D-CC4B5C72D8FE}">
      <dgm:prSet/>
      <dgm:spPr/>
      <dgm:t>
        <a:bodyPr/>
        <a:lstStyle/>
        <a:p>
          <a:endParaRPr lang="en-US"/>
        </a:p>
      </dgm:t>
    </dgm:pt>
    <dgm:pt modelId="{399987FA-B4B0-6A48-ADF9-6183FA728B63}" type="pres">
      <dgm:prSet presAssocID="{971D7531-BFEC-4A4E-9E32-FD3E18A6EA4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EA9C1C-FC5E-3D46-B93B-2107D12486E5}" type="pres">
      <dgm:prSet presAssocID="{8236A476-FE4B-4EBB-9415-E34F9A0B2D19}" presName="hierRoot1" presStyleCnt="0"/>
      <dgm:spPr/>
    </dgm:pt>
    <dgm:pt modelId="{64933456-F881-9E41-9B61-11F02726A1AF}" type="pres">
      <dgm:prSet presAssocID="{8236A476-FE4B-4EBB-9415-E34F9A0B2D19}" presName="composite" presStyleCnt="0"/>
      <dgm:spPr/>
    </dgm:pt>
    <dgm:pt modelId="{4C4B817B-70FE-9F48-BC13-CD9BD613C92C}" type="pres">
      <dgm:prSet presAssocID="{8236A476-FE4B-4EBB-9415-E34F9A0B2D19}" presName="background" presStyleLbl="node0" presStyleIdx="0" presStyleCnt="3"/>
      <dgm:spPr/>
    </dgm:pt>
    <dgm:pt modelId="{A25B207F-BC44-A944-A6C8-AE27F7752E38}" type="pres">
      <dgm:prSet presAssocID="{8236A476-FE4B-4EBB-9415-E34F9A0B2D19}" presName="text" presStyleLbl="fgAcc0" presStyleIdx="0" presStyleCnt="3">
        <dgm:presLayoutVars>
          <dgm:chPref val="3"/>
        </dgm:presLayoutVars>
      </dgm:prSet>
      <dgm:spPr/>
    </dgm:pt>
    <dgm:pt modelId="{B79FCF4A-8700-2047-B6F0-B9487F882064}" type="pres">
      <dgm:prSet presAssocID="{8236A476-FE4B-4EBB-9415-E34F9A0B2D19}" presName="hierChild2" presStyleCnt="0"/>
      <dgm:spPr/>
    </dgm:pt>
    <dgm:pt modelId="{6B924100-116C-B148-9CBE-BFE19BAAAEA6}" type="pres">
      <dgm:prSet presAssocID="{ADCFAE71-B0EF-4840-A00D-FF6736BC8DC5}" presName="hierRoot1" presStyleCnt="0"/>
      <dgm:spPr/>
    </dgm:pt>
    <dgm:pt modelId="{3597BFFA-7A81-C44E-BDDE-1FCDD2FF5302}" type="pres">
      <dgm:prSet presAssocID="{ADCFAE71-B0EF-4840-A00D-FF6736BC8DC5}" presName="composite" presStyleCnt="0"/>
      <dgm:spPr/>
    </dgm:pt>
    <dgm:pt modelId="{F65C5051-6E81-CF4F-82D1-37E0761784A0}" type="pres">
      <dgm:prSet presAssocID="{ADCFAE71-B0EF-4840-A00D-FF6736BC8DC5}" presName="background" presStyleLbl="node0" presStyleIdx="1" presStyleCnt="3"/>
      <dgm:spPr/>
    </dgm:pt>
    <dgm:pt modelId="{BFBC87EC-8514-834B-B57B-F1CB172A7CA8}" type="pres">
      <dgm:prSet presAssocID="{ADCFAE71-B0EF-4840-A00D-FF6736BC8DC5}" presName="text" presStyleLbl="fgAcc0" presStyleIdx="1" presStyleCnt="3">
        <dgm:presLayoutVars>
          <dgm:chPref val="3"/>
        </dgm:presLayoutVars>
      </dgm:prSet>
      <dgm:spPr/>
    </dgm:pt>
    <dgm:pt modelId="{EA1B36C0-278A-6F44-8876-0D886487CC1D}" type="pres">
      <dgm:prSet presAssocID="{ADCFAE71-B0EF-4840-A00D-FF6736BC8DC5}" presName="hierChild2" presStyleCnt="0"/>
      <dgm:spPr/>
    </dgm:pt>
    <dgm:pt modelId="{AAE98B2F-F20E-0544-B621-34B515A1112A}" type="pres">
      <dgm:prSet presAssocID="{59278E65-5514-4414-898B-563A587D1645}" presName="hierRoot1" presStyleCnt="0"/>
      <dgm:spPr/>
    </dgm:pt>
    <dgm:pt modelId="{F4CD177D-A723-F447-95F0-3D70FDE7A808}" type="pres">
      <dgm:prSet presAssocID="{59278E65-5514-4414-898B-563A587D1645}" presName="composite" presStyleCnt="0"/>
      <dgm:spPr/>
    </dgm:pt>
    <dgm:pt modelId="{BBEE258A-F1BB-9A41-94DE-33B1E75F908A}" type="pres">
      <dgm:prSet presAssocID="{59278E65-5514-4414-898B-563A587D1645}" presName="background" presStyleLbl="node0" presStyleIdx="2" presStyleCnt="3"/>
      <dgm:spPr/>
    </dgm:pt>
    <dgm:pt modelId="{81327AB5-2A56-9A43-A70B-2536A2904437}" type="pres">
      <dgm:prSet presAssocID="{59278E65-5514-4414-898B-563A587D1645}" presName="text" presStyleLbl="fgAcc0" presStyleIdx="2" presStyleCnt="3">
        <dgm:presLayoutVars>
          <dgm:chPref val="3"/>
        </dgm:presLayoutVars>
      </dgm:prSet>
      <dgm:spPr/>
    </dgm:pt>
    <dgm:pt modelId="{DF269E63-F84A-B242-85AC-A20B8336E506}" type="pres">
      <dgm:prSet presAssocID="{59278E65-5514-4414-898B-563A587D1645}" presName="hierChild2" presStyleCnt="0"/>
      <dgm:spPr/>
    </dgm:pt>
  </dgm:ptLst>
  <dgm:cxnLst>
    <dgm:cxn modelId="{5C818A1B-6359-5B44-B2A9-53F640FA53F2}" type="presOf" srcId="{8236A476-FE4B-4EBB-9415-E34F9A0B2D19}" destId="{A25B207F-BC44-A944-A6C8-AE27F7752E38}" srcOrd="0" destOrd="0" presId="urn:microsoft.com/office/officeart/2005/8/layout/hierarchy1"/>
    <dgm:cxn modelId="{2917A664-5E0C-4F8E-A36B-FDEAABA2B767}" srcId="{971D7531-BFEC-4A4E-9E32-FD3E18A6EA46}" destId="{ADCFAE71-B0EF-4840-A00D-FF6736BC8DC5}" srcOrd="1" destOrd="0" parTransId="{7DDBECD8-2F54-4ABE-BE9D-7CF5B5EB7314}" sibTransId="{F83E8A15-A08C-44C4-9681-F92370ED1DC6}"/>
    <dgm:cxn modelId="{087FC86F-C402-E94F-B1B9-F78EBE9CDECC}" type="presOf" srcId="{ADCFAE71-B0EF-4840-A00D-FF6736BC8DC5}" destId="{BFBC87EC-8514-834B-B57B-F1CB172A7CA8}" srcOrd="0" destOrd="0" presId="urn:microsoft.com/office/officeart/2005/8/layout/hierarchy1"/>
    <dgm:cxn modelId="{A1963E82-E77E-EB43-90A2-B319B9E2C776}" type="presOf" srcId="{59278E65-5514-4414-898B-563A587D1645}" destId="{81327AB5-2A56-9A43-A70B-2536A2904437}" srcOrd="0" destOrd="0" presId="urn:microsoft.com/office/officeart/2005/8/layout/hierarchy1"/>
    <dgm:cxn modelId="{526F938E-EE4C-2E49-95FA-3A581D8FD4EF}" type="presOf" srcId="{971D7531-BFEC-4A4E-9E32-FD3E18A6EA46}" destId="{399987FA-B4B0-6A48-ADF9-6183FA728B63}" srcOrd="0" destOrd="0" presId="urn:microsoft.com/office/officeart/2005/8/layout/hierarchy1"/>
    <dgm:cxn modelId="{F8AD3FED-33D0-4608-B905-80533647159C}" srcId="{971D7531-BFEC-4A4E-9E32-FD3E18A6EA46}" destId="{8236A476-FE4B-4EBB-9415-E34F9A0B2D19}" srcOrd="0" destOrd="0" parTransId="{5E878A07-D327-4F68-B1D4-B89B0C344F7D}" sibTransId="{CDFD01DE-E8FC-4BF1-A211-9C049ED17BD5}"/>
    <dgm:cxn modelId="{679A9EF7-E4AA-4ED7-9E7D-CC4B5C72D8FE}" srcId="{971D7531-BFEC-4A4E-9E32-FD3E18A6EA46}" destId="{59278E65-5514-4414-898B-563A587D1645}" srcOrd="2" destOrd="0" parTransId="{C18AC566-96A7-4FEE-8C2A-3A2B7FD86ECC}" sibTransId="{53793722-F9E2-490A-8426-83D7AA708CCA}"/>
    <dgm:cxn modelId="{1A1225E9-56F4-E442-999D-BE4D46203C5F}" type="presParOf" srcId="{399987FA-B4B0-6A48-ADF9-6183FA728B63}" destId="{C0EA9C1C-FC5E-3D46-B93B-2107D12486E5}" srcOrd="0" destOrd="0" presId="urn:microsoft.com/office/officeart/2005/8/layout/hierarchy1"/>
    <dgm:cxn modelId="{5C4797C9-D73C-9E4F-9FF7-BD17081B53B0}" type="presParOf" srcId="{C0EA9C1C-FC5E-3D46-B93B-2107D12486E5}" destId="{64933456-F881-9E41-9B61-11F02726A1AF}" srcOrd="0" destOrd="0" presId="urn:microsoft.com/office/officeart/2005/8/layout/hierarchy1"/>
    <dgm:cxn modelId="{681FFD3F-525C-C949-824F-1E3CA63DB2E3}" type="presParOf" srcId="{64933456-F881-9E41-9B61-11F02726A1AF}" destId="{4C4B817B-70FE-9F48-BC13-CD9BD613C92C}" srcOrd="0" destOrd="0" presId="urn:microsoft.com/office/officeart/2005/8/layout/hierarchy1"/>
    <dgm:cxn modelId="{17227D0C-189E-C24B-8623-D9E5EBDF538E}" type="presParOf" srcId="{64933456-F881-9E41-9B61-11F02726A1AF}" destId="{A25B207F-BC44-A944-A6C8-AE27F7752E38}" srcOrd="1" destOrd="0" presId="urn:microsoft.com/office/officeart/2005/8/layout/hierarchy1"/>
    <dgm:cxn modelId="{CAE3DFF5-B9C8-8C42-83AE-873BC68E10B4}" type="presParOf" srcId="{C0EA9C1C-FC5E-3D46-B93B-2107D12486E5}" destId="{B79FCF4A-8700-2047-B6F0-B9487F882064}" srcOrd="1" destOrd="0" presId="urn:microsoft.com/office/officeart/2005/8/layout/hierarchy1"/>
    <dgm:cxn modelId="{522D879D-5135-C44D-B401-4066F5A5D9BD}" type="presParOf" srcId="{399987FA-B4B0-6A48-ADF9-6183FA728B63}" destId="{6B924100-116C-B148-9CBE-BFE19BAAAEA6}" srcOrd="1" destOrd="0" presId="urn:microsoft.com/office/officeart/2005/8/layout/hierarchy1"/>
    <dgm:cxn modelId="{DD365A98-3777-F648-A6DA-27173C5707E9}" type="presParOf" srcId="{6B924100-116C-B148-9CBE-BFE19BAAAEA6}" destId="{3597BFFA-7A81-C44E-BDDE-1FCDD2FF5302}" srcOrd="0" destOrd="0" presId="urn:microsoft.com/office/officeart/2005/8/layout/hierarchy1"/>
    <dgm:cxn modelId="{E23B82F4-E955-A548-A672-F0A51F1B8267}" type="presParOf" srcId="{3597BFFA-7A81-C44E-BDDE-1FCDD2FF5302}" destId="{F65C5051-6E81-CF4F-82D1-37E0761784A0}" srcOrd="0" destOrd="0" presId="urn:microsoft.com/office/officeart/2005/8/layout/hierarchy1"/>
    <dgm:cxn modelId="{C5DCF3FD-4C2F-AC4E-B443-66628CA90184}" type="presParOf" srcId="{3597BFFA-7A81-C44E-BDDE-1FCDD2FF5302}" destId="{BFBC87EC-8514-834B-B57B-F1CB172A7CA8}" srcOrd="1" destOrd="0" presId="urn:microsoft.com/office/officeart/2005/8/layout/hierarchy1"/>
    <dgm:cxn modelId="{CEC84025-7267-7848-B32A-873ACC996FA4}" type="presParOf" srcId="{6B924100-116C-B148-9CBE-BFE19BAAAEA6}" destId="{EA1B36C0-278A-6F44-8876-0D886487CC1D}" srcOrd="1" destOrd="0" presId="urn:microsoft.com/office/officeart/2005/8/layout/hierarchy1"/>
    <dgm:cxn modelId="{9F7D6F3B-C479-A045-99B5-9A72E4EA7F56}" type="presParOf" srcId="{399987FA-B4B0-6A48-ADF9-6183FA728B63}" destId="{AAE98B2F-F20E-0544-B621-34B515A1112A}" srcOrd="2" destOrd="0" presId="urn:microsoft.com/office/officeart/2005/8/layout/hierarchy1"/>
    <dgm:cxn modelId="{E297E5BF-E776-0A43-80B4-D22AF007975B}" type="presParOf" srcId="{AAE98B2F-F20E-0544-B621-34B515A1112A}" destId="{F4CD177D-A723-F447-95F0-3D70FDE7A808}" srcOrd="0" destOrd="0" presId="urn:microsoft.com/office/officeart/2005/8/layout/hierarchy1"/>
    <dgm:cxn modelId="{1193B332-EE6A-8346-B5C1-5647435983FD}" type="presParOf" srcId="{F4CD177D-A723-F447-95F0-3D70FDE7A808}" destId="{BBEE258A-F1BB-9A41-94DE-33B1E75F908A}" srcOrd="0" destOrd="0" presId="urn:microsoft.com/office/officeart/2005/8/layout/hierarchy1"/>
    <dgm:cxn modelId="{48E69A89-B353-E34C-8E8A-2A705A119AF3}" type="presParOf" srcId="{F4CD177D-A723-F447-95F0-3D70FDE7A808}" destId="{81327AB5-2A56-9A43-A70B-2536A2904437}" srcOrd="1" destOrd="0" presId="urn:microsoft.com/office/officeart/2005/8/layout/hierarchy1"/>
    <dgm:cxn modelId="{1F390736-2A72-E64F-A412-C64AE008F7E4}" type="presParOf" srcId="{AAE98B2F-F20E-0544-B621-34B515A1112A}" destId="{DF269E63-F84A-B242-85AC-A20B8336E50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FBC4BB1-6F59-4EF0-83C2-17AA4F505934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2483868-9B55-4D59-881E-AB0D13CB5752}">
      <dgm:prSet/>
      <dgm:spPr/>
      <dgm:t>
        <a:bodyPr/>
        <a:lstStyle/>
        <a:p>
          <a:r>
            <a:rPr lang="en-US"/>
            <a:t>Try</a:t>
          </a:r>
        </a:p>
      </dgm:t>
    </dgm:pt>
    <dgm:pt modelId="{D01C2430-AA8B-4FE2-8788-06FA80C0F9E8}" type="parTrans" cxnId="{294C7547-9D66-422B-93B4-0449268EB724}">
      <dgm:prSet/>
      <dgm:spPr/>
      <dgm:t>
        <a:bodyPr/>
        <a:lstStyle/>
        <a:p>
          <a:endParaRPr lang="en-US"/>
        </a:p>
      </dgm:t>
    </dgm:pt>
    <dgm:pt modelId="{0DEAA6AD-424B-4A38-BA25-98804885799D}" type="sibTrans" cxnId="{294C7547-9D66-422B-93B4-0449268EB724}">
      <dgm:prSet/>
      <dgm:spPr/>
      <dgm:t>
        <a:bodyPr/>
        <a:lstStyle/>
        <a:p>
          <a:endParaRPr lang="en-US"/>
        </a:p>
      </dgm:t>
    </dgm:pt>
    <dgm:pt modelId="{8E378DD6-E95F-403E-9F53-36438038E180}">
      <dgm:prSet/>
      <dgm:spPr/>
      <dgm:t>
        <a:bodyPr/>
        <a:lstStyle/>
        <a:p>
          <a:r>
            <a:rPr lang="en-US"/>
            <a:t>- Try XGBoost / LightGBM</a:t>
          </a:r>
        </a:p>
      </dgm:t>
    </dgm:pt>
    <dgm:pt modelId="{907F50AF-EC0E-4943-B1BD-EF12FA2427D1}" type="parTrans" cxnId="{D752B743-CFBE-4D42-BDA6-FCB76B121712}">
      <dgm:prSet/>
      <dgm:spPr/>
      <dgm:t>
        <a:bodyPr/>
        <a:lstStyle/>
        <a:p>
          <a:endParaRPr lang="en-US"/>
        </a:p>
      </dgm:t>
    </dgm:pt>
    <dgm:pt modelId="{AEFD2D9E-9A0D-4128-9CBD-D5C49E0EA6B0}" type="sibTrans" cxnId="{D752B743-CFBE-4D42-BDA6-FCB76B121712}">
      <dgm:prSet/>
      <dgm:spPr/>
      <dgm:t>
        <a:bodyPr/>
        <a:lstStyle/>
        <a:p>
          <a:endParaRPr lang="en-US"/>
        </a:p>
      </dgm:t>
    </dgm:pt>
    <dgm:pt modelId="{0A1EC130-71BB-4FD0-BC66-87AE9B7E6380}">
      <dgm:prSet/>
      <dgm:spPr/>
      <dgm:t>
        <a:bodyPr/>
        <a:lstStyle/>
        <a:p>
          <a:r>
            <a:rPr lang="en-US"/>
            <a:t>Add</a:t>
          </a:r>
        </a:p>
      </dgm:t>
    </dgm:pt>
    <dgm:pt modelId="{ED5651A2-53CF-46FD-84DE-7EA2D2CE6F21}" type="parTrans" cxnId="{C0EFDDFA-6F68-4D6C-AD28-E60469C762E8}">
      <dgm:prSet/>
      <dgm:spPr/>
      <dgm:t>
        <a:bodyPr/>
        <a:lstStyle/>
        <a:p>
          <a:endParaRPr lang="en-US"/>
        </a:p>
      </dgm:t>
    </dgm:pt>
    <dgm:pt modelId="{DF5FED32-E9AD-4FCC-939A-E8C175C12C50}" type="sibTrans" cxnId="{C0EFDDFA-6F68-4D6C-AD28-E60469C762E8}">
      <dgm:prSet/>
      <dgm:spPr/>
      <dgm:t>
        <a:bodyPr/>
        <a:lstStyle/>
        <a:p>
          <a:endParaRPr lang="en-US"/>
        </a:p>
      </dgm:t>
    </dgm:pt>
    <dgm:pt modelId="{36B2EF65-B268-4B2C-B4D0-2C2A6FEE5F70}">
      <dgm:prSet/>
      <dgm:spPr/>
      <dgm:t>
        <a:bodyPr/>
        <a:lstStyle/>
        <a:p>
          <a:r>
            <a:rPr lang="en-US"/>
            <a:t>- Add weather &amp; events data</a:t>
          </a:r>
        </a:p>
      </dgm:t>
    </dgm:pt>
    <dgm:pt modelId="{E19FB28C-A395-46C1-AA94-39B59CC123C6}" type="parTrans" cxnId="{B05FA519-095E-494B-A5FE-D99B8486A16F}">
      <dgm:prSet/>
      <dgm:spPr/>
      <dgm:t>
        <a:bodyPr/>
        <a:lstStyle/>
        <a:p>
          <a:endParaRPr lang="en-US"/>
        </a:p>
      </dgm:t>
    </dgm:pt>
    <dgm:pt modelId="{E6A1608E-5BA9-4221-ABBB-5A1705F3D36D}" type="sibTrans" cxnId="{B05FA519-095E-494B-A5FE-D99B8486A16F}">
      <dgm:prSet/>
      <dgm:spPr/>
      <dgm:t>
        <a:bodyPr/>
        <a:lstStyle/>
        <a:p>
          <a:endParaRPr lang="en-US"/>
        </a:p>
      </dgm:t>
    </dgm:pt>
    <dgm:pt modelId="{F02E369F-4DED-4E8F-842D-50057270AABD}">
      <dgm:prSet/>
      <dgm:spPr/>
      <dgm:t>
        <a:bodyPr/>
        <a:lstStyle/>
        <a:p>
          <a:r>
            <a:rPr lang="en-US"/>
            <a:t>Cluster</a:t>
          </a:r>
        </a:p>
      </dgm:t>
    </dgm:pt>
    <dgm:pt modelId="{B658157F-C6C9-4921-B74C-E8E51D7C1042}" type="parTrans" cxnId="{DA02B5B9-344A-414B-985E-399887FF3991}">
      <dgm:prSet/>
      <dgm:spPr/>
      <dgm:t>
        <a:bodyPr/>
        <a:lstStyle/>
        <a:p>
          <a:endParaRPr lang="en-US"/>
        </a:p>
      </dgm:t>
    </dgm:pt>
    <dgm:pt modelId="{650A99CE-9512-424A-9CE2-2C23EF61B989}" type="sibTrans" cxnId="{DA02B5B9-344A-414B-985E-399887FF3991}">
      <dgm:prSet/>
      <dgm:spPr/>
      <dgm:t>
        <a:bodyPr/>
        <a:lstStyle/>
        <a:p>
          <a:endParaRPr lang="en-US"/>
        </a:p>
      </dgm:t>
    </dgm:pt>
    <dgm:pt modelId="{79EE63B6-44B4-4941-8F18-4FC83AD365F5}">
      <dgm:prSet/>
      <dgm:spPr/>
      <dgm:t>
        <a:bodyPr/>
        <a:lstStyle/>
        <a:p>
          <a:r>
            <a:rPr lang="en-US"/>
            <a:t>- Cluster locations for zone-based forecasting</a:t>
          </a:r>
        </a:p>
      </dgm:t>
    </dgm:pt>
    <dgm:pt modelId="{ACC13815-1FE4-496C-8016-142F7555C9DA}" type="parTrans" cxnId="{589CD95B-361A-4F1D-A02C-4F0AC4BF64B5}">
      <dgm:prSet/>
      <dgm:spPr/>
      <dgm:t>
        <a:bodyPr/>
        <a:lstStyle/>
        <a:p>
          <a:endParaRPr lang="en-US"/>
        </a:p>
      </dgm:t>
    </dgm:pt>
    <dgm:pt modelId="{D1456444-E740-4B16-B632-7926401A9450}" type="sibTrans" cxnId="{589CD95B-361A-4F1D-A02C-4F0AC4BF64B5}">
      <dgm:prSet/>
      <dgm:spPr/>
      <dgm:t>
        <a:bodyPr/>
        <a:lstStyle/>
        <a:p>
          <a:endParaRPr lang="en-US"/>
        </a:p>
      </dgm:t>
    </dgm:pt>
    <dgm:pt modelId="{E46F1521-FCA0-4E82-8A48-F7C39D54052A}">
      <dgm:prSet/>
      <dgm:spPr/>
      <dgm:t>
        <a:bodyPr/>
        <a:lstStyle/>
        <a:p>
          <a:r>
            <a:rPr lang="en-US"/>
            <a:t>Build</a:t>
          </a:r>
        </a:p>
      </dgm:t>
    </dgm:pt>
    <dgm:pt modelId="{C00BC053-73A1-46A2-A386-0B602883FA74}" type="parTrans" cxnId="{D317283D-8AAC-4E8B-8F22-BB7EE88C9B8F}">
      <dgm:prSet/>
      <dgm:spPr/>
      <dgm:t>
        <a:bodyPr/>
        <a:lstStyle/>
        <a:p>
          <a:endParaRPr lang="en-US"/>
        </a:p>
      </dgm:t>
    </dgm:pt>
    <dgm:pt modelId="{EA1898DE-0BB8-4A31-A4CF-9D1949E4FE84}" type="sibTrans" cxnId="{D317283D-8AAC-4E8B-8F22-BB7EE88C9B8F}">
      <dgm:prSet/>
      <dgm:spPr/>
      <dgm:t>
        <a:bodyPr/>
        <a:lstStyle/>
        <a:p>
          <a:endParaRPr lang="en-US"/>
        </a:p>
      </dgm:t>
    </dgm:pt>
    <dgm:pt modelId="{E7EC2301-0DB4-4040-B898-BECA5D294E20}">
      <dgm:prSet/>
      <dgm:spPr/>
      <dgm:t>
        <a:bodyPr/>
        <a:lstStyle/>
        <a:p>
          <a:r>
            <a:rPr lang="en-US"/>
            <a:t>- Build dashboard (Power BI/Streamlit)</a:t>
          </a:r>
        </a:p>
      </dgm:t>
    </dgm:pt>
    <dgm:pt modelId="{B6BD7305-E593-433A-A9BE-3403511960D7}" type="parTrans" cxnId="{B3919831-8241-426D-9EDC-D49DB75C4846}">
      <dgm:prSet/>
      <dgm:spPr/>
      <dgm:t>
        <a:bodyPr/>
        <a:lstStyle/>
        <a:p>
          <a:endParaRPr lang="en-US"/>
        </a:p>
      </dgm:t>
    </dgm:pt>
    <dgm:pt modelId="{4B6B116C-7D4F-4DF8-8829-E91A749E6BC4}" type="sibTrans" cxnId="{B3919831-8241-426D-9EDC-D49DB75C4846}">
      <dgm:prSet/>
      <dgm:spPr/>
      <dgm:t>
        <a:bodyPr/>
        <a:lstStyle/>
        <a:p>
          <a:endParaRPr lang="en-US"/>
        </a:p>
      </dgm:t>
    </dgm:pt>
    <dgm:pt modelId="{9256708B-6309-8A47-A415-B6C83C8A77B0}" type="pres">
      <dgm:prSet presAssocID="{1FBC4BB1-6F59-4EF0-83C2-17AA4F505934}" presName="Name0" presStyleCnt="0">
        <dgm:presLayoutVars>
          <dgm:dir/>
          <dgm:animLvl val="lvl"/>
          <dgm:resizeHandles val="exact"/>
        </dgm:presLayoutVars>
      </dgm:prSet>
      <dgm:spPr/>
    </dgm:pt>
    <dgm:pt modelId="{1500CA7E-DFE9-4B49-89FB-9BDC304637CB}" type="pres">
      <dgm:prSet presAssocID="{E46F1521-FCA0-4E82-8A48-F7C39D54052A}" presName="boxAndChildren" presStyleCnt="0"/>
      <dgm:spPr/>
    </dgm:pt>
    <dgm:pt modelId="{6D50749C-90B5-2549-A498-DD71953B21CA}" type="pres">
      <dgm:prSet presAssocID="{E46F1521-FCA0-4E82-8A48-F7C39D54052A}" presName="parentTextBox" presStyleLbl="alignNode1" presStyleIdx="0" presStyleCnt="4"/>
      <dgm:spPr/>
    </dgm:pt>
    <dgm:pt modelId="{6D4EAA3F-C503-674C-807E-190F86697316}" type="pres">
      <dgm:prSet presAssocID="{E46F1521-FCA0-4E82-8A48-F7C39D54052A}" presName="descendantBox" presStyleLbl="bgAccFollowNode1" presStyleIdx="0" presStyleCnt="4"/>
      <dgm:spPr/>
    </dgm:pt>
    <dgm:pt modelId="{788794C5-787A-A744-BA33-C533C0DC2D56}" type="pres">
      <dgm:prSet presAssocID="{650A99CE-9512-424A-9CE2-2C23EF61B989}" presName="sp" presStyleCnt="0"/>
      <dgm:spPr/>
    </dgm:pt>
    <dgm:pt modelId="{E503FF37-93A9-DE4C-8E30-717AFD854C5B}" type="pres">
      <dgm:prSet presAssocID="{F02E369F-4DED-4E8F-842D-50057270AABD}" presName="arrowAndChildren" presStyleCnt="0"/>
      <dgm:spPr/>
    </dgm:pt>
    <dgm:pt modelId="{FD91D037-6E04-FB49-BDAC-F5C54B81ACFB}" type="pres">
      <dgm:prSet presAssocID="{F02E369F-4DED-4E8F-842D-50057270AABD}" presName="parentTextArrow" presStyleLbl="node1" presStyleIdx="0" presStyleCnt="0"/>
      <dgm:spPr/>
    </dgm:pt>
    <dgm:pt modelId="{4202F1CD-492C-DC43-BB14-486EE672F9BC}" type="pres">
      <dgm:prSet presAssocID="{F02E369F-4DED-4E8F-842D-50057270AABD}" presName="arrow" presStyleLbl="alignNode1" presStyleIdx="1" presStyleCnt="4"/>
      <dgm:spPr/>
    </dgm:pt>
    <dgm:pt modelId="{634AA54B-3FAE-5544-94E6-80756167D2BD}" type="pres">
      <dgm:prSet presAssocID="{F02E369F-4DED-4E8F-842D-50057270AABD}" presName="descendantArrow" presStyleLbl="bgAccFollowNode1" presStyleIdx="1" presStyleCnt="4"/>
      <dgm:spPr/>
    </dgm:pt>
    <dgm:pt modelId="{9F35BE6D-4B4A-1943-A87C-7CF74242EDCA}" type="pres">
      <dgm:prSet presAssocID="{DF5FED32-E9AD-4FCC-939A-E8C175C12C50}" presName="sp" presStyleCnt="0"/>
      <dgm:spPr/>
    </dgm:pt>
    <dgm:pt modelId="{A89D0183-A4A2-E543-8CD2-83F0DA8E57EF}" type="pres">
      <dgm:prSet presAssocID="{0A1EC130-71BB-4FD0-BC66-87AE9B7E6380}" presName="arrowAndChildren" presStyleCnt="0"/>
      <dgm:spPr/>
    </dgm:pt>
    <dgm:pt modelId="{0AB73352-C3D9-E245-8B41-A764B606CCC9}" type="pres">
      <dgm:prSet presAssocID="{0A1EC130-71BB-4FD0-BC66-87AE9B7E6380}" presName="parentTextArrow" presStyleLbl="node1" presStyleIdx="0" presStyleCnt="0"/>
      <dgm:spPr/>
    </dgm:pt>
    <dgm:pt modelId="{2520504C-D462-A848-839F-4F1E746D3DE7}" type="pres">
      <dgm:prSet presAssocID="{0A1EC130-71BB-4FD0-BC66-87AE9B7E6380}" presName="arrow" presStyleLbl="alignNode1" presStyleIdx="2" presStyleCnt="4"/>
      <dgm:spPr/>
    </dgm:pt>
    <dgm:pt modelId="{07CD2FEF-8CBA-1940-A939-2E5050D0E817}" type="pres">
      <dgm:prSet presAssocID="{0A1EC130-71BB-4FD0-BC66-87AE9B7E6380}" presName="descendantArrow" presStyleLbl="bgAccFollowNode1" presStyleIdx="2" presStyleCnt="4"/>
      <dgm:spPr/>
    </dgm:pt>
    <dgm:pt modelId="{706A4079-1EDE-1A41-A2DF-FE2596BBC6FD}" type="pres">
      <dgm:prSet presAssocID="{0DEAA6AD-424B-4A38-BA25-98804885799D}" presName="sp" presStyleCnt="0"/>
      <dgm:spPr/>
    </dgm:pt>
    <dgm:pt modelId="{C091FD4B-3863-F046-981F-13AA9B517FA0}" type="pres">
      <dgm:prSet presAssocID="{82483868-9B55-4D59-881E-AB0D13CB5752}" presName="arrowAndChildren" presStyleCnt="0"/>
      <dgm:spPr/>
    </dgm:pt>
    <dgm:pt modelId="{3FF9CFD2-5269-0444-96AC-9D5B4E563E51}" type="pres">
      <dgm:prSet presAssocID="{82483868-9B55-4D59-881E-AB0D13CB5752}" presName="parentTextArrow" presStyleLbl="node1" presStyleIdx="0" presStyleCnt="0"/>
      <dgm:spPr/>
    </dgm:pt>
    <dgm:pt modelId="{3A5B7421-AF56-6349-B9CC-D3271D628006}" type="pres">
      <dgm:prSet presAssocID="{82483868-9B55-4D59-881E-AB0D13CB5752}" presName="arrow" presStyleLbl="alignNode1" presStyleIdx="3" presStyleCnt="4"/>
      <dgm:spPr/>
    </dgm:pt>
    <dgm:pt modelId="{B560C7C7-C0C4-E343-8CAC-53053592B8DE}" type="pres">
      <dgm:prSet presAssocID="{82483868-9B55-4D59-881E-AB0D13CB5752}" presName="descendantArrow" presStyleLbl="bgAccFollowNode1" presStyleIdx="3" presStyleCnt="4"/>
      <dgm:spPr/>
    </dgm:pt>
  </dgm:ptLst>
  <dgm:cxnLst>
    <dgm:cxn modelId="{321D3205-F68A-6840-9AE3-0C240A860BF8}" type="presOf" srcId="{36B2EF65-B268-4B2C-B4D0-2C2A6FEE5F70}" destId="{07CD2FEF-8CBA-1940-A939-2E5050D0E817}" srcOrd="0" destOrd="0" presId="urn:microsoft.com/office/officeart/2016/7/layout/VerticalDownArrowProcess"/>
    <dgm:cxn modelId="{B05FA519-095E-494B-A5FE-D99B8486A16F}" srcId="{0A1EC130-71BB-4FD0-BC66-87AE9B7E6380}" destId="{36B2EF65-B268-4B2C-B4D0-2C2A6FEE5F70}" srcOrd="0" destOrd="0" parTransId="{E19FB28C-A395-46C1-AA94-39B59CC123C6}" sibTransId="{E6A1608E-5BA9-4221-ABBB-5A1705F3D36D}"/>
    <dgm:cxn modelId="{E4AED61C-2ECF-D840-A6A3-C88CF9239F3F}" type="presOf" srcId="{1FBC4BB1-6F59-4EF0-83C2-17AA4F505934}" destId="{9256708B-6309-8A47-A415-B6C83C8A77B0}" srcOrd="0" destOrd="0" presId="urn:microsoft.com/office/officeart/2016/7/layout/VerticalDownArrowProcess"/>
    <dgm:cxn modelId="{C7CC322F-776B-E540-8E43-43B96166A8F6}" type="presOf" srcId="{F02E369F-4DED-4E8F-842D-50057270AABD}" destId="{4202F1CD-492C-DC43-BB14-486EE672F9BC}" srcOrd="1" destOrd="0" presId="urn:microsoft.com/office/officeart/2016/7/layout/VerticalDownArrowProcess"/>
    <dgm:cxn modelId="{B3919831-8241-426D-9EDC-D49DB75C4846}" srcId="{E46F1521-FCA0-4E82-8A48-F7C39D54052A}" destId="{E7EC2301-0DB4-4040-B898-BECA5D294E20}" srcOrd="0" destOrd="0" parTransId="{B6BD7305-E593-433A-A9BE-3403511960D7}" sibTransId="{4B6B116C-7D4F-4DF8-8829-E91A749E6BC4}"/>
    <dgm:cxn modelId="{D317283D-8AAC-4E8B-8F22-BB7EE88C9B8F}" srcId="{1FBC4BB1-6F59-4EF0-83C2-17AA4F505934}" destId="{E46F1521-FCA0-4E82-8A48-F7C39D54052A}" srcOrd="3" destOrd="0" parTransId="{C00BC053-73A1-46A2-A386-0B602883FA74}" sibTransId="{EA1898DE-0BB8-4A31-A4CF-9D1949E4FE84}"/>
    <dgm:cxn modelId="{D752B743-CFBE-4D42-BDA6-FCB76B121712}" srcId="{82483868-9B55-4D59-881E-AB0D13CB5752}" destId="{8E378DD6-E95F-403E-9F53-36438038E180}" srcOrd="0" destOrd="0" parTransId="{907F50AF-EC0E-4943-B1BD-EF12FA2427D1}" sibTransId="{AEFD2D9E-9A0D-4128-9CBD-D5C49E0EA6B0}"/>
    <dgm:cxn modelId="{0D69FE44-508F-5645-B1C8-2DB85C65C11D}" type="presOf" srcId="{82483868-9B55-4D59-881E-AB0D13CB5752}" destId="{3A5B7421-AF56-6349-B9CC-D3271D628006}" srcOrd="1" destOrd="0" presId="urn:microsoft.com/office/officeart/2016/7/layout/VerticalDownArrowProcess"/>
    <dgm:cxn modelId="{294C7547-9D66-422B-93B4-0449268EB724}" srcId="{1FBC4BB1-6F59-4EF0-83C2-17AA4F505934}" destId="{82483868-9B55-4D59-881E-AB0D13CB5752}" srcOrd="0" destOrd="0" parTransId="{D01C2430-AA8B-4FE2-8788-06FA80C0F9E8}" sibTransId="{0DEAA6AD-424B-4A38-BA25-98804885799D}"/>
    <dgm:cxn modelId="{A992964B-4D72-ED42-AD98-506CB66024BA}" type="presOf" srcId="{82483868-9B55-4D59-881E-AB0D13CB5752}" destId="{3FF9CFD2-5269-0444-96AC-9D5B4E563E51}" srcOrd="0" destOrd="0" presId="urn:microsoft.com/office/officeart/2016/7/layout/VerticalDownArrowProcess"/>
    <dgm:cxn modelId="{31850955-62E4-104C-8AC7-D7FDD3446BC6}" type="presOf" srcId="{0A1EC130-71BB-4FD0-BC66-87AE9B7E6380}" destId="{0AB73352-C3D9-E245-8B41-A764B606CCC9}" srcOrd="0" destOrd="0" presId="urn:microsoft.com/office/officeart/2016/7/layout/VerticalDownArrowProcess"/>
    <dgm:cxn modelId="{589CD95B-361A-4F1D-A02C-4F0AC4BF64B5}" srcId="{F02E369F-4DED-4E8F-842D-50057270AABD}" destId="{79EE63B6-44B4-4941-8F18-4FC83AD365F5}" srcOrd="0" destOrd="0" parTransId="{ACC13815-1FE4-496C-8016-142F7555C9DA}" sibTransId="{D1456444-E740-4B16-B632-7926401A9450}"/>
    <dgm:cxn modelId="{72F3ABB8-D71E-6448-BDD1-B8215EAE0695}" type="presOf" srcId="{0A1EC130-71BB-4FD0-BC66-87AE9B7E6380}" destId="{2520504C-D462-A848-839F-4F1E746D3DE7}" srcOrd="1" destOrd="0" presId="urn:microsoft.com/office/officeart/2016/7/layout/VerticalDownArrowProcess"/>
    <dgm:cxn modelId="{DA02B5B9-344A-414B-985E-399887FF3991}" srcId="{1FBC4BB1-6F59-4EF0-83C2-17AA4F505934}" destId="{F02E369F-4DED-4E8F-842D-50057270AABD}" srcOrd="2" destOrd="0" parTransId="{B658157F-C6C9-4921-B74C-E8E51D7C1042}" sibTransId="{650A99CE-9512-424A-9CE2-2C23EF61B989}"/>
    <dgm:cxn modelId="{92E064DB-96F8-6B40-8B71-E739124F4E5B}" type="presOf" srcId="{E7EC2301-0DB4-4040-B898-BECA5D294E20}" destId="{6D4EAA3F-C503-674C-807E-190F86697316}" srcOrd="0" destOrd="0" presId="urn:microsoft.com/office/officeart/2016/7/layout/VerticalDownArrowProcess"/>
    <dgm:cxn modelId="{CF844CDE-2B29-5244-BB83-65584968AEE2}" type="presOf" srcId="{E46F1521-FCA0-4E82-8A48-F7C39D54052A}" destId="{6D50749C-90B5-2549-A498-DD71953B21CA}" srcOrd="0" destOrd="0" presId="urn:microsoft.com/office/officeart/2016/7/layout/VerticalDownArrowProcess"/>
    <dgm:cxn modelId="{60DB1DF7-EFC2-1F46-AB55-79AA818EF590}" type="presOf" srcId="{79EE63B6-44B4-4941-8F18-4FC83AD365F5}" destId="{634AA54B-3FAE-5544-94E6-80756167D2BD}" srcOrd="0" destOrd="0" presId="urn:microsoft.com/office/officeart/2016/7/layout/VerticalDownArrowProcess"/>
    <dgm:cxn modelId="{219AEAF8-9265-9E4D-B137-09D08172969D}" type="presOf" srcId="{F02E369F-4DED-4E8F-842D-50057270AABD}" destId="{FD91D037-6E04-FB49-BDAC-F5C54B81ACFB}" srcOrd="0" destOrd="0" presId="urn:microsoft.com/office/officeart/2016/7/layout/VerticalDownArrowProcess"/>
    <dgm:cxn modelId="{A34502FA-7F72-E04A-A0CE-682B8FDDA377}" type="presOf" srcId="{8E378DD6-E95F-403E-9F53-36438038E180}" destId="{B560C7C7-C0C4-E343-8CAC-53053592B8DE}" srcOrd="0" destOrd="0" presId="urn:microsoft.com/office/officeart/2016/7/layout/VerticalDownArrowProcess"/>
    <dgm:cxn modelId="{C0EFDDFA-6F68-4D6C-AD28-E60469C762E8}" srcId="{1FBC4BB1-6F59-4EF0-83C2-17AA4F505934}" destId="{0A1EC130-71BB-4FD0-BC66-87AE9B7E6380}" srcOrd="1" destOrd="0" parTransId="{ED5651A2-53CF-46FD-84DE-7EA2D2CE6F21}" sibTransId="{DF5FED32-E9AD-4FCC-939A-E8C175C12C50}"/>
    <dgm:cxn modelId="{69390ECB-C827-D343-97B5-188E6C44E2D9}" type="presParOf" srcId="{9256708B-6309-8A47-A415-B6C83C8A77B0}" destId="{1500CA7E-DFE9-4B49-89FB-9BDC304637CB}" srcOrd="0" destOrd="0" presId="urn:microsoft.com/office/officeart/2016/7/layout/VerticalDownArrowProcess"/>
    <dgm:cxn modelId="{40D5C268-A014-CD4D-ADD7-2D94527440BE}" type="presParOf" srcId="{1500CA7E-DFE9-4B49-89FB-9BDC304637CB}" destId="{6D50749C-90B5-2549-A498-DD71953B21CA}" srcOrd="0" destOrd="0" presId="urn:microsoft.com/office/officeart/2016/7/layout/VerticalDownArrowProcess"/>
    <dgm:cxn modelId="{08542C3E-F924-8E44-8508-72391C27A79B}" type="presParOf" srcId="{1500CA7E-DFE9-4B49-89FB-9BDC304637CB}" destId="{6D4EAA3F-C503-674C-807E-190F86697316}" srcOrd="1" destOrd="0" presId="urn:microsoft.com/office/officeart/2016/7/layout/VerticalDownArrowProcess"/>
    <dgm:cxn modelId="{FE50879D-1105-0F48-AAB2-D7440E0A2C80}" type="presParOf" srcId="{9256708B-6309-8A47-A415-B6C83C8A77B0}" destId="{788794C5-787A-A744-BA33-C533C0DC2D56}" srcOrd="1" destOrd="0" presId="urn:microsoft.com/office/officeart/2016/7/layout/VerticalDownArrowProcess"/>
    <dgm:cxn modelId="{99A2CE31-08B6-FE46-9E2B-1D90671A629C}" type="presParOf" srcId="{9256708B-6309-8A47-A415-B6C83C8A77B0}" destId="{E503FF37-93A9-DE4C-8E30-717AFD854C5B}" srcOrd="2" destOrd="0" presId="urn:microsoft.com/office/officeart/2016/7/layout/VerticalDownArrowProcess"/>
    <dgm:cxn modelId="{DB4E32A6-C9E2-DC44-9239-75F7BEED79C7}" type="presParOf" srcId="{E503FF37-93A9-DE4C-8E30-717AFD854C5B}" destId="{FD91D037-6E04-FB49-BDAC-F5C54B81ACFB}" srcOrd="0" destOrd="0" presId="urn:microsoft.com/office/officeart/2016/7/layout/VerticalDownArrowProcess"/>
    <dgm:cxn modelId="{E75F2580-1D39-4944-BC81-A63DB8635179}" type="presParOf" srcId="{E503FF37-93A9-DE4C-8E30-717AFD854C5B}" destId="{4202F1CD-492C-DC43-BB14-486EE672F9BC}" srcOrd="1" destOrd="0" presId="urn:microsoft.com/office/officeart/2016/7/layout/VerticalDownArrowProcess"/>
    <dgm:cxn modelId="{82E29E26-7306-7648-BE90-9DA96EF2C0B4}" type="presParOf" srcId="{E503FF37-93A9-DE4C-8E30-717AFD854C5B}" destId="{634AA54B-3FAE-5544-94E6-80756167D2BD}" srcOrd="2" destOrd="0" presId="urn:microsoft.com/office/officeart/2016/7/layout/VerticalDownArrowProcess"/>
    <dgm:cxn modelId="{A99E835F-17B0-D749-8154-D9835CF677AC}" type="presParOf" srcId="{9256708B-6309-8A47-A415-B6C83C8A77B0}" destId="{9F35BE6D-4B4A-1943-A87C-7CF74242EDCA}" srcOrd="3" destOrd="0" presId="urn:microsoft.com/office/officeart/2016/7/layout/VerticalDownArrowProcess"/>
    <dgm:cxn modelId="{1F0C6D62-75A0-6945-A46D-7556B0C1F3AE}" type="presParOf" srcId="{9256708B-6309-8A47-A415-B6C83C8A77B0}" destId="{A89D0183-A4A2-E543-8CD2-83F0DA8E57EF}" srcOrd="4" destOrd="0" presId="urn:microsoft.com/office/officeart/2016/7/layout/VerticalDownArrowProcess"/>
    <dgm:cxn modelId="{8EC7D3D6-D875-BC4A-A2AE-D49CE36519F5}" type="presParOf" srcId="{A89D0183-A4A2-E543-8CD2-83F0DA8E57EF}" destId="{0AB73352-C3D9-E245-8B41-A764B606CCC9}" srcOrd="0" destOrd="0" presId="urn:microsoft.com/office/officeart/2016/7/layout/VerticalDownArrowProcess"/>
    <dgm:cxn modelId="{D0FACD9B-E6A0-284C-A843-CFCEA4346053}" type="presParOf" srcId="{A89D0183-A4A2-E543-8CD2-83F0DA8E57EF}" destId="{2520504C-D462-A848-839F-4F1E746D3DE7}" srcOrd="1" destOrd="0" presId="urn:microsoft.com/office/officeart/2016/7/layout/VerticalDownArrowProcess"/>
    <dgm:cxn modelId="{CA70DEA1-9EC1-7940-9D52-263801BFD1E7}" type="presParOf" srcId="{A89D0183-A4A2-E543-8CD2-83F0DA8E57EF}" destId="{07CD2FEF-8CBA-1940-A939-2E5050D0E817}" srcOrd="2" destOrd="0" presId="urn:microsoft.com/office/officeart/2016/7/layout/VerticalDownArrowProcess"/>
    <dgm:cxn modelId="{14E28D03-4085-454E-9E96-F97B59EC182E}" type="presParOf" srcId="{9256708B-6309-8A47-A415-B6C83C8A77B0}" destId="{706A4079-1EDE-1A41-A2DF-FE2596BBC6FD}" srcOrd="5" destOrd="0" presId="urn:microsoft.com/office/officeart/2016/7/layout/VerticalDownArrowProcess"/>
    <dgm:cxn modelId="{A09006CE-A249-F14E-AF11-848315CA192F}" type="presParOf" srcId="{9256708B-6309-8A47-A415-B6C83C8A77B0}" destId="{C091FD4B-3863-F046-981F-13AA9B517FA0}" srcOrd="6" destOrd="0" presId="urn:microsoft.com/office/officeart/2016/7/layout/VerticalDownArrowProcess"/>
    <dgm:cxn modelId="{21937580-0B6C-3648-B282-CDD9D9F09A54}" type="presParOf" srcId="{C091FD4B-3863-F046-981F-13AA9B517FA0}" destId="{3FF9CFD2-5269-0444-96AC-9D5B4E563E51}" srcOrd="0" destOrd="0" presId="urn:microsoft.com/office/officeart/2016/7/layout/VerticalDownArrowProcess"/>
    <dgm:cxn modelId="{9F27ABD6-670C-B04B-8F78-F737EFCCFE6A}" type="presParOf" srcId="{C091FD4B-3863-F046-981F-13AA9B517FA0}" destId="{3A5B7421-AF56-6349-B9CC-D3271D628006}" srcOrd="1" destOrd="0" presId="urn:microsoft.com/office/officeart/2016/7/layout/VerticalDownArrowProcess"/>
    <dgm:cxn modelId="{9EC9CCE3-FA81-2A4D-9265-B23BDD6926A8}" type="presParOf" srcId="{C091FD4B-3863-F046-981F-13AA9B517FA0}" destId="{B560C7C7-C0C4-E343-8CAC-53053592B8DE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230C03-73C7-4E31-93C7-0436E45A1DE4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107102-B844-44BB-9882-97A58B1C8A88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Analyze Uber trip data</a:t>
          </a:r>
        </a:p>
      </dsp:txBody>
      <dsp:txXfrm>
        <a:off x="25435" y="2276522"/>
        <a:ext cx="1800000" cy="720000"/>
      </dsp:txXfrm>
    </dsp:sp>
    <dsp:sp modelId="{9436DCA8-7D4F-4442-8671-EF40E962180D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CB4C2-1492-43F6-B424-248CBBE64C23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Understand patterns &amp; demand</a:t>
          </a:r>
        </a:p>
      </dsp:txBody>
      <dsp:txXfrm>
        <a:off x="2140435" y="2276522"/>
        <a:ext cx="1800000" cy="720000"/>
      </dsp:txXfrm>
    </dsp:sp>
    <dsp:sp modelId="{8B55941D-8BE5-44BD-A385-A1C5AB390D50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CCCB35-147C-4970-9E44-9359B225412C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Build ML model for hourly trip prediction</a:t>
          </a:r>
        </a:p>
      </dsp:txBody>
      <dsp:txXfrm>
        <a:off x="4255435" y="2276522"/>
        <a:ext cx="1800000" cy="720000"/>
      </dsp:txXfrm>
    </dsp:sp>
    <dsp:sp modelId="{241F7808-F154-4F37-9A01-E642779E5C9D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C4077-5C4E-44C9-91DC-57A81ABF884B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Dataset: Uber FOIL Jan–Feb</a:t>
          </a:r>
        </a:p>
      </dsp:txBody>
      <dsp:txXfrm>
        <a:off x="6370435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8178F-F3DE-A24A-801A-41E799F8EA67}">
      <dsp:nvSpPr>
        <dsp:cNvPr id="0" name=""/>
        <dsp:cNvSpPr/>
      </dsp:nvSpPr>
      <dsp:spPr>
        <a:xfrm>
          <a:off x="1988716" y="792586"/>
          <a:ext cx="4270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7004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0778" y="836018"/>
        <a:ext cx="22880" cy="4576"/>
      </dsp:txXfrm>
    </dsp:sp>
    <dsp:sp modelId="{9C9D9B9B-2E22-0C4E-A2A5-4652289AEB9A}">
      <dsp:nvSpPr>
        <dsp:cNvPr id="0" name=""/>
        <dsp:cNvSpPr/>
      </dsp:nvSpPr>
      <dsp:spPr>
        <a:xfrm>
          <a:off x="931" y="241431"/>
          <a:ext cx="1989584" cy="11937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491" tIns="102334" rIns="97491" bIns="10233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Read CSV from /content/Uber-Jan-Feb-FOIL.csv</a:t>
          </a:r>
        </a:p>
      </dsp:txBody>
      <dsp:txXfrm>
        <a:off x="931" y="241431"/>
        <a:ext cx="1989584" cy="1193750"/>
      </dsp:txXfrm>
    </dsp:sp>
    <dsp:sp modelId="{E3BEE87D-2751-024B-82AE-C29477771290}">
      <dsp:nvSpPr>
        <dsp:cNvPr id="0" name=""/>
        <dsp:cNvSpPr/>
      </dsp:nvSpPr>
      <dsp:spPr>
        <a:xfrm>
          <a:off x="995724" y="1433382"/>
          <a:ext cx="2447189" cy="427004"/>
        </a:xfrm>
        <a:custGeom>
          <a:avLst/>
          <a:gdLst/>
          <a:ahLst/>
          <a:cxnLst/>
          <a:rect l="0" t="0" r="0" b="0"/>
          <a:pathLst>
            <a:path>
              <a:moveTo>
                <a:pt x="2447189" y="0"/>
              </a:moveTo>
              <a:lnTo>
                <a:pt x="2447189" y="230602"/>
              </a:lnTo>
              <a:lnTo>
                <a:pt x="0" y="230602"/>
              </a:lnTo>
              <a:lnTo>
                <a:pt x="0" y="427004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57078" y="1644596"/>
        <a:ext cx="124480" cy="4576"/>
      </dsp:txXfrm>
    </dsp:sp>
    <dsp:sp modelId="{C4ED198E-C059-5640-8D3E-1BDBF57A380C}">
      <dsp:nvSpPr>
        <dsp:cNvPr id="0" name=""/>
        <dsp:cNvSpPr/>
      </dsp:nvSpPr>
      <dsp:spPr>
        <a:xfrm>
          <a:off x="2448121" y="241431"/>
          <a:ext cx="1989584" cy="11937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491" tIns="102334" rIns="97491" bIns="10233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Detect and parse datetime column</a:t>
          </a:r>
        </a:p>
      </dsp:txBody>
      <dsp:txXfrm>
        <a:off x="2448121" y="241431"/>
        <a:ext cx="1989584" cy="1193750"/>
      </dsp:txXfrm>
    </dsp:sp>
    <dsp:sp modelId="{04D77A1A-424C-354E-B899-92755EE76CE2}">
      <dsp:nvSpPr>
        <dsp:cNvPr id="0" name=""/>
        <dsp:cNvSpPr/>
      </dsp:nvSpPr>
      <dsp:spPr>
        <a:xfrm>
          <a:off x="1988716" y="2443942"/>
          <a:ext cx="4270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7004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0778" y="2487373"/>
        <a:ext cx="22880" cy="4576"/>
      </dsp:txXfrm>
    </dsp:sp>
    <dsp:sp modelId="{471928A8-DE63-0849-89B9-91D891B682B1}">
      <dsp:nvSpPr>
        <dsp:cNvPr id="0" name=""/>
        <dsp:cNvSpPr/>
      </dsp:nvSpPr>
      <dsp:spPr>
        <a:xfrm>
          <a:off x="931" y="1892786"/>
          <a:ext cx="1989584" cy="11937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491" tIns="102334" rIns="97491" bIns="10233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Drop invalid rows</a:t>
          </a:r>
        </a:p>
      </dsp:txBody>
      <dsp:txXfrm>
        <a:off x="931" y="1892786"/>
        <a:ext cx="1989584" cy="1193750"/>
      </dsp:txXfrm>
    </dsp:sp>
    <dsp:sp modelId="{7896E908-9921-6749-8E83-C36F8E2C16CA}">
      <dsp:nvSpPr>
        <dsp:cNvPr id="0" name=""/>
        <dsp:cNvSpPr/>
      </dsp:nvSpPr>
      <dsp:spPr>
        <a:xfrm>
          <a:off x="995724" y="3084737"/>
          <a:ext cx="2447189" cy="427004"/>
        </a:xfrm>
        <a:custGeom>
          <a:avLst/>
          <a:gdLst/>
          <a:ahLst/>
          <a:cxnLst/>
          <a:rect l="0" t="0" r="0" b="0"/>
          <a:pathLst>
            <a:path>
              <a:moveTo>
                <a:pt x="2447189" y="0"/>
              </a:moveTo>
              <a:lnTo>
                <a:pt x="2447189" y="230602"/>
              </a:lnTo>
              <a:lnTo>
                <a:pt x="0" y="230602"/>
              </a:lnTo>
              <a:lnTo>
                <a:pt x="0" y="427004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57078" y="3295951"/>
        <a:ext cx="124480" cy="4576"/>
      </dsp:txXfrm>
    </dsp:sp>
    <dsp:sp modelId="{47B86FC9-F803-4247-9E1A-D6272D193675}">
      <dsp:nvSpPr>
        <dsp:cNvPr id="0" name=""/>
        <dsp:cNvSpPr/>
      </dsp:nvSpPr>
      <dsp:spPr>
        <a:xfrm>
          <a:off x="2448121" y="1892786"/>
          <a:ext cx="1989584" cy="11937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491" tIns="102334" rIns="97491" bIns="10233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Resample into hourly counts</a:t>
          </a:r>
        </a:p>
      </dsp:txBody>
      <dsp:txXfrm>
        <a:off x="2448121" y="1892786"/>
        <a:ext cx="1989584" cy="1193750"/>
      </dsp:txXfrm>
    </dsp:sp>
    <dsp:sp modelId="{79D2D2D1-B6CF-5B4A-A960-6CAC2313E3CB}">
      <dsp:nvSpPr>
        <dsp:cNvPr id="0" name=""/>
        <dsp:cNvSpPr/>
      </dsp:nvSpPr>
      <dsp:spPr>
        <a:xfrm>
          <a:off x="931" y="3544141"/>
          <a:ext cx="1989584" cy="11937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491" tIns="102334" rIns="97491" bIns="10233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Fill missing hours with zeros</a:t>
          </a:r>
        </a:p>
      </dsp:txBody>
      <dsp:txXfrm>
        <a:off x="931" y="3544141"/>
        <a:ext cx="1989584" cy="11937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802279-9877-4653-B685-3EEB9E7CF724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812A3-26FA-498B-B28B-0C448B09D9B8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6CC8B-DB6F-4476-B8D6-6A428FB98E33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Hourly time-series visualization</a:t>
          </a:r>
        </a:p>
      </dsp:txBody>
      <dsp:txXfrm>
        <a:off x="1493203" y="552"/>
        <a:ext cx="6736396" cy="1292816"/>
      </dsp:txXfrm>
    </dsp:sp>
    <dsp:sp modelId="{A407A23C-40D2-449B-A033-D014C6FFF1D1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7F8811-E813-485A-82F8-293AB12FE102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40366-BF79-4F36-B364-C0B846DF88D3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Daily pickup totals</a:t>
          </a:r>
        </a:p>
      </dsp:txBody>
      <dsp:txXfrm>
        <a:off x="1493203" y="1616573"/>
        <a:ext cx="6736396" cy="1292816"/>
      </dsp:txXfrm>
    </dsp:sp>
    <dsp:sp modelId="{A6FA564B-6519-48CE-88A7-F73E4FABD8E8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EE871B-1E36-455E-91FF-EA0003B0FFC1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9C97C-716C-47CE-806F-A9644BD4F8A9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Summary statistics</a:t>
          </a:r>
        </a:p>
      </dsp:txBody>
      <dsp:txXfrm>
        <a:off x="1493203" y="3232593"/>
        <a:ext cx="6736396" cy="12928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E7FDB0-C788-3C45-8D68-4DF9AACD4F55}">
      <dsp:nvSpPr>
        <dsp:cNvPr id="0" name=""/>
        <dsp:cNvSpPr/>
      </dsp:nvSpPr>
      <dsp:spPr>
        <a:xfrm>
          <a:off x="3212678" y="1298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hour, dayofweek, is_weekend, month</a:t>
          </a:r>
        </a:p>
      </dsp:txBody>
      <dsp:txXfrm>
        <a:off x="3663739" y="1298"/>
        <a:ext cx="902121" cy="1488500"/>
      </dsp:txXfrm>
    </dsp:sp>
    <dsp:sp modelId="{1C197646-6BF5-6543-81A7-04F0318E8123}">
      <dsp:nvSpPr>
        <dsp:cNvPr id="0" name=""/>
        <dsp:cNvSpPr/>
      </dsp:nvSpPr>
      <dsp:spPr>
        <a:xfrm rot="5400000">
          <a:off x="4572239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weekofyear, day</a:t>
          </a:r>
        </a:p>
      </dsp:txBody>
      <dsp:txXfrm rot="-5400000">
        <a:off x="4887983" y="1811920"/>
        <a:ext cx="1488500" cy="902121"/>
      </dsp:txXfrm>
    </dsp:sp>
    <dsp:sp modelId="{16B30ADF-B2AA-0A4A-9DE2-9AC50A0B8172}">
      <dsp:nvSpPr>
        <dsp:cNvPr id="0" name=""/>
        <dsp:cNvSpPr/>
      </dsp:nvSpPr>
      <dsp:spPr>
        <a:xfrm rot="10800000">
          <a:off x="3212678" y="2720420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lag_1 (previous hour)</a:t>
          </a:r>
        </a:p>
      </dsp:txBody>
      <dsp:txXfrm rot="10800000">
        <a:off x="3663739" y="3036163"/>
        <a:ext cx="902121" cy="1488500"/>
      </dsp:txXfrm>
    </dsp:sp>
    <dsp:sp modelId="{8DBC6541-DA17-654C-A66E-7AC54C9B1440}">
      <dsp:nvSpPr>
        <dsp:cNvPr id="0" name=""/>
        <dsp:cNvSpPr/>
      </dsp:nvSpPr>
      <dsp:spPr>
        <a:xfrm rot="16200000">
          <a:off x="1853117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rolling_24_mean (day-level trend)</a:t>
          </a:r>
        </a:p>
      </dsp:txBody>
      <dsp:txXfrm rot="5400000">
        <a:off x="1853118" y="1811920"/>
        <a:ext cx="1488500" cy="9021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87AACF-3950-FC4E-89B3-0A2EAAE2E556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68219-CE99-2345-B19D-61036F132B66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Train-test split (70/30, chronological)</a:t>
          </a:r>
        </a:p>
      </dsp:txBody>
      <dsp:txXfrm>
        <a:off x="0" y="0"/>
        <a:ext cx="8229600" cy="1131490"/>
      </dsp:txXfrm>
    </dsp:sp>
    <dsp:sp modelId="{D987F279-C0C1-6A40-821D-15F1B2699AFC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C3BE2-824F-834A-9E35-95F08F2422A1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RandomForestRegressor</a:t>
          </a:r>
        </a:p>
      </dsp:txBody>
      <dsp:txXfrm>
        <a:off x="0" y="1131490"/>
        <a:ext cx="8229600" cy="1131490"/>
      </dsp:txXfrm>
    </dsp:sp>
    <dsp:sp modelId="{999C9F36-0E71-7D47-B2EC-5B4F26FF9D78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A1831C-1325-7649-B3FC-9D80CD9F766B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Predictions &amp; evaluation</a:t>
          </a:r>
        </a:p>
      </dsp:txBody>
      <dsp:txXfrm>
        <a:off x="0" y="2262981"/>
        <a:ext cx="8229600" cy="1131490"/>
      </dsp:txXfrm>
    </dsp:sp>
    <dsp:sp modelId="{E58EDE31-3F04-6D4C-B448-DC9452BA2C01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16AFE-A891-5F4B-AAB8-67FA8D5E61B7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Metrics: MAE, RMSE, R²</a:t>
          </a:r>
        </a:p>
      </dsp:txBody>
      <dsp:txXfrm>
        <a:off x="0" y="3394472"/>
        <a:ext cx="8229600" cy="11314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4B817B-70FE-9F48-BC13-CD9BD613C92C}">
      <dsp:nvSpPr>
        <dsp:cNvPr id="0" name=""/>
        <dsp:cNvSpPr/>
      </dsp:nvSpPr>
      <dsp:spPr>
        <a:xfrm>
          <a:off x="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B207F-BC44-A944-A6C8-AE27F7752E38}">
      <dsp:nvSpPr>
        <dsp:cNvPr id="0" name=""/>
        <dsp:cNvSpPr/>
      </dsp:nvSpPr>
      <dsp:spPr>
        <a:xfrm>
          <a:off x="25717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Actual vs Predicted visualization</a:t>
          </a:r>
        </a:p>
      </dsp:txBody>
      <dsp:txXfrm>
        <a:off x="300222" y="1693310"/>
        <a:ext cx="2228479" cy="1383659"/>
      </dsp:txXfrm>
    </dsp:sp>
    <dsp:sp modelId="{F65C5051-6E81-CF4F-82D1-37E0761784A0}">
      <dsp:nvSpPr>
        <dsp:cNvPr id="0" name=""/>
        <dsp:cNvSpPr/>
      </dsp:nvSpPr>
      <dsp:spPr>
        <a:xfrm>
          <a:off x="2828924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BC87EC-8514-834B-B57B-F1CB172A7CA8}">
      <dsp:nvSpPr>
        <dsp:cNvPr id="0" name=""/>
        <dsp:cNvSpPr/>
      </dsp:nvSpPr>
      <dsp:spPr>
        <a:xfrm>
          <a:off x="3086099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Feature importance ranking</a:t>
          </a:r>
        </a:p>
      </dsp:txBody>
      <dsp:txXfrm>
        <a:off x="3129147" y="1693310"/>
        <a:ext cx="2228479" cy="1383659"/>
      </dsp:txXfrm>
    </dsp:sp>
    <dsp:sp modelId="{BBEE258A-F1BB-9A41-94DE-33B1E75F908A}">
      <dsp:nvSpPr>
        <dsp:cNvPr id="0" name=""/>
        <dsp:cNvSpPr/>
      </dsp:nvSpPr>
      <dsp:spPr>
        <a:xfrm>
          <a:off x="565785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27AB5-2A56-9A43-A70B-2536A2904437}">
      <dsp:nvSpPr>
        <dsp:cNvPr id="0" name=""/>
        <dsp:cNvSpPr/>
      </dsp:nvSpPr>
      <dsp:spPr>
        <a:xfrm>
          <a:off x="591502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Model saved as uber_hourly_rf_joblib.pkl</a:t>
          </a:r>
        </a:p>
      </dsp:txBody>
      <dsp:txXfrm>
        <a:off x="5958072" y="1693310"/>
        <a:ext cx="2228479" cy="13836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50749C-90B5-2549-A498-DD71953B21CA}">
      <dsp:nvSpPr>
        <dsp:cNvPr id="0" name=""/>
        <dsp:cNvSpPr/>
      </dsp:nvSpPr>
      <dsp:spPr>
        <a:xfrm>
          <a:off x="0" y="3712270"/>
          <a:ext cx="2057400" cy="81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99136" rIns="146322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Build</a:t>
          </a:r>
        </a:p>
      </dsp:txBody>
      <dsp:txXfrm>
        <a:off x="0" y="3712270"/>
        <a:ext cx="2057400" cy="812154"/>
      </dsp:txXfrm>
    </dsp:sp>
    <dsp:sp modelId="{6D4EAA3F-C503-674C-807E-190F86697316}">
      <dsp:nvSpPr>
        <dsp:cNvPr id="0" name=""/>
        <dsp:cNvSpPr/>
      </dsp:nvSpPr>
      <dsp:spPr>
        <a:xfrm>
          <a:off x="2057400" y="3712270"/>
          <a:ext cx="6172199" cy="8121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Build dashboard (Power BI/Streamlit)</a:t>
          </a:r>
        </a:p>
      </dsp:txBody>
      <dsp:txXfrm>
        <a:off x="2057400" y="3712270"/>
        <a:ext cx="6172199" cy="812154"/>
      </dsp:txXfrm>
    </dsp:sp>
    <dsp:sp modelId="{4202F1CD-492C-DC43-BB14-486EE672F9BC}">
      <dsp:nvSpPr>
        <dsp:cNvPr id="0" name=""/>
        <dsp:cNvSpPr/>
      </dsp:nvSpPr>
      <dsp:spPr>
        <a:xfrm rot="10800000">
          <a:off x="0" y="2475359"/>
          <a:ext cx="2057400" cy="124909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99136" rIns="146322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Cluster</a:t>
          </a:r>
        </a:p>
      </dsp:txBody>
      <dsp:txXfrm rot="-10800000">
        <a:off x="0" y="2475359"/>
        <a:ext cx="2057400" cy="811910"/>
      </dsp:txXfrm>
    </dsp:sp>
    <dsp:sp modelId="{634AA54B-3FAE-5544-94E6-80756167D2BD}">
      <dsp:nvSpPr>
        <dsp:cNvPr id="0" name=""/>
        <dsp:cNvSpPr/>
      </dsp:nvSpPr>
      <dsp:spPr>
        <a:xfrm>
          <a:off x="2057400" y="2475359"/>
          <a:ext cx="6172199" cy="8119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Cluster locations for zone-based forecasting</a:t>
          </a:r>
        </a:p>
      </dsp:txBody>
      <dsp:txXfrm>
        <a:off x="2057400" y="2475359"/>
        <a:ext cx="6172199" cy="811910"/>
      </dsp:txXfrm>
    </dsp:sp>
    <dsp:sp modelId="{2520504C-D462-A848-839F-4F1E746D3DE7}">
      <dsp:nvSpPr>
        <dsp:cNvPr id="0" name=""/>
        <dsp:cNvSpPr/>
      </dsp:nvSpPr>
      <dsp:spPr>
        <a:xfrm rot="10800000">
          <a:off x="0" y="1238449"/>
          <a:ext cx="2057400" cy="124909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99136" rIns="146322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Add</a:t>
          </a:r>
        </a:p>
      </dsp:txBody>
      <dsp:txXfrm rot="-10800000">
        <a:off x="0" y="1238449"/>
        <a:ext cx="2057400" cy="811910"/>
      </dsp:txXfrm>
    </dsp:sp>
    <dsp:sp modelId="{07CD2FEF-8CBA-1940-A939-2E5050D0E817}">
      <dsp:nvSpPr>
        <dsp:cNvPr id="0" name=""/>
        <dsp:cNvSpPr/>
      </dsp:nvSpPr>
      <dsp:spPr>
        <a:xfrm>
          <a:off x="2057400" y="1238449"/>
          <a:ext cx="6172199" cy="8119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Add weather &amp; events data</a:t>
          </a:r>
        </a:p>
      </dsp:txBody>
      <dsp:txXfrm>
        <a:off x="2057400" y="1238449"/>
        <a:ext cx="6172199" cy="811910"/>
      </dsp:txXfrm>
    </dsp:sp>
    <dsp:sp modelId="{3A5B7421-AF56-6349-B9CC-D3271D628006}">
      <dsp:nvSpPr>
        <dsp:cNvPr id="0" name=""/>
        <dsp:cNvSpPr/>
      </dsp:nvSpPr>
      <dsp:spPr>
        <a:xfrm rot="10800000">
          <a:off x="0" y="1538"/>
          <a:ext cx="2057400" cy="124909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99136" rIns="146322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Try</a:t>
          </a:r>
        </a:p>
      </dsp:txBody>
      <dsp:txXfrm rot="-10800000">
        <a:off x="0" y="1538"/>
        <a:ext cx="2057400" cy="811910"/>
      </dsp:txXfrm>
    </dsp:sp>
    <dsp:sp modelId="{B560C7C7-C0C4-E343-8CAC-53053592B8DE}">
      <dsp:nvSpPr>
        <dsp:cNvPr id="0" name=""/>
        <dsp:cNvSpPr/>
      </dsp:nvSpPr>
      <dsp:spPr>
        <a:xfrm>
          <a:off x="2057400" y="1538"/>
          <a:ext cx="6172199" cy="8119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Try XGBoost / LightGBM</a:t>
          </a:r>
        </a:p>
      </dsp:txBody>
      <dsp:txXfrm>
        <a:off x="2057400" y="1538"/>
        <a:ext cx="6172199" cy="8119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IN" sz="3500">
                <a:solidFill>
                  <a:schemeClr val="tx2"/>
                </a:solidFill>
              </a:rPr>
              <a:t>Uber Trip Analysis – ML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350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IN" sz="1700">
                <a:solidFill>
                  <a:schemeClr val="tx2"/>
                </a:solidFill>
              </a:rPr>
              <a:t>End-to-End Machine Learning Pipeline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Taxi">
            <a:extLst>
              <a:ext uri="{FF2B5EF4-FFF2-40B4-BE49-F238E27FC236}">
                <a16:creationId xmlns:a16="http://schemas.microsoft.com/office/drawing/2014/main" id="{20DDC12B-4EBA-9607-8A4E-B39A2DB04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49E215-71E2-6B61-6A7D-7272E35899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88416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anchor="b">
            <a:normAutofit/>
          </a:bodyPr>
          <a:lstStyle/>
          <a:p>
            <a:r>
              <a:rPr lang="en-IN" sz="2800"/>
              <a:t>Machine Learning Workflow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6EA9F1E0-F1A2-C362-C03B-09B2E74371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53" r="1473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9983" y="2533476"/>
            <a:ext cx="2526926" cy="3447832"/>
          </a:xfrm>
        </p:spPr>
        <p:txBody>
          <a:bodyPr anchor="t">
            <a:normAutofit/>
          </a:bodyPr>
          <a:lstStyle/>
          <a:p>
            <a:r>
              <a:rPr lang="en-IN" sz="1700"/>
              <a:t>1. Load Dataset</a:t>
            </a:r>
          </a:p>
          <a:p>
            <a:r>
              <a:rPr lang="en-IN" sz="1700"/>
              <a:t>2. Data Preprocessing</a:t>
            </a:r>
          </a:p>
          <a:p>
            <a:r>
              <a:rPr lang="en-IN" sz="1700"/>
              <a:t>3. Exploratory Data Analysis (EDA)</a:t>
            </a:r>
          </a:p>
          <a:p>
            <a:r>
              <a:rPr lang="en-IN" sz="1700"/>
              <a:t>4. Feature Engineering</a:t>
            </a:r>
          </a:p>
          <a:p>
            <a:r>
              <a:rPr lang="en-IN" sz="1700"/>
              <a:t>5. Model Training (RandomForest)</a:t>
            </a:r>
          </a:p>
          <a:p>
            <a:r>
              <a:rPr lang="en-IN" sz="1700"/>
              <a:t>6. Evaluation &amp; Visualization</a:t>
            </a:r>
          </a:p>
          <a:p>
            <a:r>
              <a:rPr lang="en-IN" sz="1700"/>
              <a:t>7. Save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en-IN" sz="3600"/>
              <a:t>Data Preprocessing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2CC9B8-B188-08B2-4AF0-B6552932E6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497836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Exploratory Data Analysis (EDA)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ABE1C03-3A9F-52FD-841C-DEBFE896C5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C63A0D-4D79-F15C-ABAF-4B47F467A2A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B40BF5-FEBC-8E30-A56A-76A1C98321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6343FB-F8E3-642A-9E9D-B27A63C4FD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58ECBD-E431-956E-A62D-D60C62F154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242</Words>
  <Application>Microsoft Macintosh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Uber Trip Analysis – ML Workflow</vt:lpstr>
      <vt:lpstr>Project Overview</vt:lpstr>
      <vt:lpstr>Machine Learning Workflow</vt:lpstr>
      <vt:lpstr>Data Preprocessing</vt:lpstr>
      <vt:lpstr>Exploratory Data Analysis (EDA)</vt:lpstr>
      <vt:lpstr>Feature Engineering</vt:lpstr>
      <vt:lpstr>Model Training</vt:lpstr>
      <vt:lpstr>Evaluation &amp; Results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PRAMODKUMAR A GOUNDI</cp:lastModifiedBy>
  <cp:revision>2</cp:revision>
  <dcterms:created xsi:type="dcterms:W3CDTF">2013-01-27T09:14:16Z</dcterms:created>
  <dcterms:modified xsi:type="dcterms:W3CDTF">2025-11-25T10:14:27Z</dcterms:modified>
  <cp:category/>
</cp:coreProperties>
</file>